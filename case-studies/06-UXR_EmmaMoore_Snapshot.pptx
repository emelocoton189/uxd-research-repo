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6858000" cy="9144000"/>
  <p:embeddedFontLst>
    <p:embeddedFont>
      <p:font typeface="Lexend Light"/>
      <p:regular r:id="rId15"/>
      <p:bold r:id="rId16"/>
    </p:embeddedFont>
    <p:embeddedFont>
      <p:font typeface="Lexend Medium"/>
      <p:regular r:id="rId17"/>
      <p:bold r:id="rId18"/>
    </p:embeddedFont>
    <p:embeddedFont>
      <p:font typeface="DM Sans SemiBold"/>
      <p:regular r:id="rId19"/>
      <p:bold r:id="rId20"/>
      <p:italic r:id="rId21"/>
      <p:boldItalic r:id="rId22"/>
    </p:embeddedFont>
    <p:embeddedFont>
      <p:font typeface="Lexend"/>
      <p:regular r:id="rId23"/>
      <p:bold r:id="rId24"/>
    </p:embeddedFont>
    <p:embeddedFont>
      <p:font typeface="DM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DMSansSemiBold-bold.fntdata"/><Relationship Id="rId22" Type="http://schemas.openxmlformats.org/officeDocument/2006/relationships/font" Target="fonts/DMSansSemiBold-boldItalic.fntdata"/><Relationship Id="rId21" Type="http://schemas.openxmlformats.org/officeDocument/2006/relationships/font" Target="fonts/DMSansSemiBold-italic.fntdata"/><Relationship Id="rId24" Type="http://schemas.openxmlformats.org/officeDocument/2006/relationships/font" Target="fonts/Lexend-bold.fntdata"/><Relationship Id="rId23" Type="http://schemas.openxmlformats.org/officeDocument/2006/relationships/font" Target="fonts/Lexend-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DMSans-bold.fntdata"/><Relationship Id="rId25" Type="http://schemas.openxmlformats.org/officeDocument/2006/relationships/font" Target="fonts/DMSans-regular.fntdata"/><Relationship Id="rId28" Type="http://schemas.openxmlformats.org/officeDocument/2006/relationships/font" Target="fonts/DMSans-boldItalic.fntdata"/><Relationship Id="rId27" Type="http://schemas.openxmlformats.org/officeDocument/2006/relationships/font" Target="fonts/DMSans-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LexendLight-regular.fntdata"/><Relationship Id="rId14" Type="http://schemas.openxmlformats.org/officeDocument/2006/relationships/slide" Target="slides/slide10.xml"/><Relationship Id="rId17" Type="http://schemas.openxmlformats.org/officeDocument/2006/relationships/font" Target="fonts/LexendMedium-regular.fntdata"/><Relationship Id="rId16" Type="http://schemas.openxmlformats.org/officeDocument/2006/relationships/font" Target="fonts/LexendLight-bold.fntdata"/><Relationship Id="rId19" Type="http://schemas.openxmlformats.org/officeDocument/2006/relationships/font" Target="fonts/DMSansSemiBold-regular.fntdata"/><Relationship Id="rId18" Type="http://schemas.openxmlformats.org/officeDocument/2006/relationships/font" Target="fonts/LexendMedium-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aeec0735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aeec0735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aeec07352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aeec07352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aeec07352a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aeec07352a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aeec07352a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aeec07352a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aeec07352a_0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aeec07352a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aeec07352a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aeec07352a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aeec07352a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aeec07352a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aeec07352a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aeec07352a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aeec07352a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aeec07352a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aeec07352a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aeec07352a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spTree>
      <p:nvGrpSpPr>
        <p:cNvPr id="9" name="Shape 9"/>
        <p:cNvGrpSpPr/>
        <p:nvPr/>
      </p:nvGrpSpPr>
      <p:grpSpPr>
        <a:xfrm>
          <a:off x="0" y="0"/>
          <a:ext cx="0" cy="0"/>
          <a:chOff x="0" y="0"/>
          <a:chExt cx="0" cy="0"/>
        </a:xfrm>
      </p:grpSpPr>
      <p:sp>
        <p:nvSpPr>
          <p:cNvPr id="10" name="Google Shape;10;p2"/>
          <p:cNvSpPr txBox="1"/>
          <p:nvPr>
            <p:ph type="title"/>
          </p:nvPr>
        </p:nvSpPr>
        <p:spPr>
          <a:xfrm>
            <a:off x="116485" y="2712675"/>
            <a:ext cx="5311200" cy="18609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 name="Google Shape;11;p2"/>
          <p:cNvSpPr txBox="1"/>
          <p:nvPr>
            <p:ph idx="1" type="subTitle"/>
          </p:nvPr>
        </p:nvSpPr>
        <p:spPr>
          <a:xfrm>
            <a:off x="152606" y="832000"/>
            <a:ext cx="2434500" cy="6558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2" name="Google Shape;12;p2"/>
          <p:cNvCxnSpPr/>
          <p:nvPr/>
        </p:nvCxnSpPr>
        <p:spPr>
          <a:xfrm>
            <a:off x="244425" y="4726725"/>
            <a:ext cx="8670900" cy="0"/>
          </a:xfrm>
          <a:prstGeom prst="straightConnector1">
            <a:avLst/>
          </a:prstGeom>
          <a:noFill/>
          <a:ln cap="flat" cmpd="sng" w="9525">
            <a:solidFill>
              <a:schemeClr val="dk1"/>
            </a:solidFill>
            <a:prstDash val="solid"/>
            <a:round/>
            <a:headEnd len="med" w="med" type="none"/>
            <a:tailEnd len="med" w="med" type="none"/>
          </a:ln>
        </p:spPr>
      </p:cxnSp>
      <p:grpSp>
        <p:nvGrpSpPr>
          <p:cNvPr id="13" name="Google Shape;13;p2"/>
          <p:cNvGrpSpPr/>
          <p:nvPr/>
        </p:nvGrpSpPr>
        <p:grpSpPr>
          <a:xfrm>
            <a:off x="5866315" y="66973"/>
            <a:ext cx="2954947" cy="4587953"/>
            <a:chOff x="5866315" y="130139"/>
            <a:chExt cx="2954947" cy="4587953"/>
          </a:xfrm>
        </p:grpSpPr>
        <p:grpSp>
          <p:nvGrpSpPr>
            <p:cNvPr id="14" name="Google Shape;14;p2"/>
            <p:cNvGrpSpPr/>
            <p:nvPr/>
          </p:nvGrpSpPr>
          <p:grpSpPr>
            <a:xfrm rot="1800044">
              <a:off x="7145788" y="375652"/>
              <a:ext cx="1341270" cy="1340671"/>
              <a:chOff x="2441905" y="1248288"/>
              <a:chExt cx="1341300" cy="1340700"/>
            </a:xfrm>
          </p:grpSpPr>
          <p:sp>
            <p:nvSpPr>
              <p:cNvPr id="15" name="Google Shape;15;p2"/>
              <p:cNvSpPr/>
              <p:nvPr/>
            </p:nvSpPr>
            <p:spPr>
              <a:xfrm>
                <a:off x="2442055" y="1248288"/>
                <a:ext cx="1341000" cy="1340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6" name="Google Shape;16;p2"/>
              <p:cNvSpPr/>
              <p:nvPr/>
            </p:nvSpPr>
            <p:spPr>
              <a:xfrm rot="-945">
                <a:off x="2567155" y="1373238"/>
                <a:ext cx="1090800" cy="1090800"/>
              </a:xfrm>
              <a:prstGeom prst="flowChartConnector">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17" name="Google Shape;17;p2"/>
            <p:cNvGrpSpPr/>
            <p:nvPr/>
          </p:nvGrpSpPr>
          <p:grpSpPr>
            <a:xfrm rot="2400131">
              <a:off x="7078016" y="3672082"/>
              <a:ext cx="868477" cy="868477"/>
              <a:chOff x="5015268" y="2960846"/>
              <a:chExt cx="868500" cy="868500"/>
            </a:xfrm>
          </p:grpSpPr>
          <p:sp>
            <p:nvSpPr>
              <p:cNvPr id="18" name="Google Shape;18;p2"/>
              <p:cNvSpPr/>
              <p:nvPr/>
            </p:nvSpPr>
            <p:spPr>
              <a:xfrm>
                <a:off x="5015268" y="2960846"/>
                <a:ext cx="868500" cy="868500"/>
              </a:xfrm>
              <a:prstGeom prst="roundRect">
                <a:avLst>
                  <a:gd fmla="val 14552"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nvGrpSpPr>
              <p:cNvPr id="19" name="Google Shape;19;p2"/>
              <p:cNvGrpSpPr/>
              <p:nvPr/>
            </p:nvGrpSpPr>
            <p:grpSpPr>
              <a:xfrm>
                <a:off x="5133918" y="3105078"/>
                <a:ext cx="631200" cy="580035"/>
                <a:chOff x="5133582" y="3105408"/>
                <a:chExt cx="631200" cy="580035"/>
              </a:xfrm>
            </p:grpSpPr>
            <p:sp>
              <p:nvSpPr>
                <p:cNvPr id="20" name="Google Shape;20;p2"/>
                <p:cNvSpPr/>
                <p:nvPr/>
              </p:nvSpPr>
              <p:spPr>
                <a:xfrm rot="-4902">
                  <a:off x="5133582" y="3105858"/>
                  <a:ext cx="631201" cy="192300"/>
                </a:xfrm>
                <a:prstGeom prst="flowChartConnector">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1" name="Google Shape;21;p2"/>
                <p:cNvSpPr/>
                <p:nvPr/>
              </p:nvSpPr>
              <p:spPr>
                <a:xfrm rot="-4902">
                  <a:off x="5133582" y="3300756"/>
                  <a:ext cx="631201" cy="192300"/>
                </a:xfrm>
                <a:prstGeom prst="flowChartConnector">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 name="Google Shape;22;p2"/>
                <p:cNvSpPr/>
                <p:nvPr/>
              </p:nvSpPr>
              <p:spPr>
                <a:xfrm rot="-4902">
                  <a:off x="5133582" y="3492693"/>
                  <a:ext cx="631201" cy="192300"/>
                </a:xfrm>
                <a:prstGeom prst="flowChartConnector">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grpSp>
          <p:nvGrpSpPr>
            <p:cNvPr id="23" name="Google Shape;23;p2"/>
            <p:cNvGrpSpPr/>
            <p:nvPr/>
          </p:nvGrpSpPr>
          <p:grpSpPr>
            <a:xfrm rot="-600240">
              <a:off x="5979971" y="2008184"/>
              <a:ext cx="2727635" cy="1547250"/>
              <a:chOff x="6121180" y="1963945"/>
              <a:chExt cx="2727900" cy="1547400"/>
            </a:xfrm>
          </p:grpSpPr>
          <p:sp>
            <p:nvSpPr>
              <p:cNvPr id="24" name="Google Shape;24;p2"/>
              <p:cNvSpPr/>
              <p:nvPr/>
            </p:nvSpPr>
            <p:spPr>
              <a:xfrm rot="756">
                <a:off x="6121180" y="1964245"/>
                <a:ext cx="2727900" cy="1546800"/>
              </a:xfrm>
              <a:prstGeom prst="roundRect">
                <a:avLst>
                  <a:gd fmla="val 804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 name="Google Shape;25;p2"/>
              <p:cNvSpPr/>
              <p:nvPr/>
            </p:nvSpPr>
            <p:spPr>
              <a:xfrm rot="5398209">
                <a:off x="7302225" y="2489024"/>
                <a:ext cx="575700" cy="497400"/>
              </a:xfrm>
              <a:prstGeom prst="triangle">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26" name="Google Shape;26;p2"/>
            <p:cNvGrpSpPr/>
            <p:nvPr/>
          </p:nvGrpSpPr>
          <p:grpSpPr>
            <a:xfrm rot="-839923">
              <a:off x="6099076" y="520245"/>
              <a:ext cx="889199" cy="1584298"/>
              <a:chOff x="3614175" y="406175"/>
              <a:chExt cx="889200" cy="1584300"/>
            </a:xfrm>
          </p:grpSpPr>
          <p:sp>
            <p:nvSpPr>
              <p:cNvPr id="27" name="Google Shape;27;p2"/>
              <p:cNvSpPr/>
              <p:nvPr/>
            </p:nvSpPr>
            <p:spPr>
              <a:xfrm rot="4652">
                <a:off x="3615375" y="406774"/>
                <a:ext cx="886801" cy="1583102"/>
              </a:xfrm>
              <a:prstGeom prst="roundRect">
                <a:avLst>
                  <a:gd fmla="val 1135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8" name="Google Shape;28;p2"/>
              <p:cNvSpPr/>
              <p:nvPr/>
            </p:nvSpPr>
            <p:spPr>
              <a:xfrm rot="4290">
                <a:off x="3698175" y="488088"/>
                <a:ext cx="721201" cy="1100701"/>
              </a:xfrm>
              <a:prstGeom prst="roundRect">
                <a:avLst>
                  <a:gd fmla="val 8619"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9" name="Google Shape;29;p2"/>
              <p:cNvSpPr/>
              <p:nvPr/>
            </p:nvSpPr>
            <p:spPr>
              <a:xfrm rot="5431">
                <a:off x="3682773" y="1655743"/>
                <a:ext cx="752005" cy="252558"/>
              </a:xfrm>
              <a:prstGeom prst="flowChartTerminator">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30" name="Google Shape;30;p2"/>
            <p:cNvSpPr/>
            <p:nvPr/>
          </p:nvSpPr>
          <p:spPr>
            <a:xfrm>
              <a:off x="6830386" y="186612"/>
              <a:ext cx="464700" cy="402300"/>
            </a:xfrm>
            <a:prstGeom prst="triangle">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1" name="Google Shape;31;p2"/>
            <p:cNvSpPr/>
            <p:nvPr/>
          </p:nvSpPr>
          <p:spPr>
            <a:xfrm>
              <a:off x="7742824" y="3481655"/>
              <a:ext cx="325200" cy="3252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2" name="Google Shape;32;p2"/>
            <p:cNvSpPr/>
            <p:nvPr/>
          </p:nvSpPr>
          <p:spPr>
            <a:xfrm>
              <a:off x="8288974" y="1467844"/>
              <a:ext cx="325200" cy="3252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 name="Google Shape;33;p2"/>
            <p:cNvSpPr/>
            <p:nvPr/>
          </p:nvSpPr>
          <p:spPr>
            <a:xfrm rot="2400046">
              <a:off x="6545745" y="3772294"/>
              <a:ext cx="428439" cy="428439"/>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34" name="Google Shape;34;p2"/>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2"/>
          <p:cNvSpPr txBox="1"/>
          <p:nvPr>
            <p:ph idx="2"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36" name="Google Shape;36;p2"/>
          <p:cNvSpPr txBox="1"/>
          <p:nvPr>
            <p:ph idx="3"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37" name="Shape 37"/>
        <p:cNvGrpSpPr/>
        <p:nvPr/>
      </p:nvGrpSpPr>
      <p:grpSpPr>
        <a:xfrm>
          <a:off x="0" y="0"/>
          <a:ext cx="0" cy="0"/>
          <a:chOff x="0" y="0"/>
          <a:chExt cx="0" cy="0"/>
        </a:xfrm>
      </p:grpSpPr>
      <p:sp>
        <p:nvSpPr>
          <p:cNvPr id="38" name="Google Shape;38;p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9" name="Google Shape;39;p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0" name="Google Shape;40;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41" name="Shape 41"/>
        <p:cNvGrpSpPr/>
        <p:nvPr/>
      </p:nvGrpSpPr>
      <p:grpSpPr>
        <a:xfrm>
          <a:off x="0" y="0"/>
          <a:ext cx="0" cy="0"/>
          <a:chOff x="0" y="0"/>
          <a:chExt cx="0" cy="0"/>
        </a:xfrm>
      </p:grpSpPr>
      <p:sp>
        <p:nvSpPr>
          <p:cNvPr id="42" name="Google Shape;42;p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3" name="Google Shape;43;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44" name="Shape 44"/>
        <p:cNvGrpSpPr/>
        <p:nvPr/>
      </p:nvGrpSpPr>
      <p:grpSpPr>
        <a:xfrm>
          <a:off x="0" y="0"/>
          <a:ext cx="0" cy="0"/>
          <a:chOff x="0" y="0"/>
          <a:chExt cx="0" cy="0"/>
        </a:xfrm>
      </p:grpSpPr>
      <p:sp>
        <p:nvSpPr>
          <p:cNvPr id="45" name="Google Shape;45;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 name="Google Shape;46;p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7" name="Google Shape;47;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48" name="Shape 48"/>
        <p:cNvGrpSpPr/>
        <p:nvPr/>
      </p:nvGrpSpPr>
      <p:grpSpPr>
        <a:xfrm>
          <a:off x="0" y="0"/>
          <a:ext cx="0" cy="0"/>
          <a:chOff x="0" y="0"/>
          <a:chExt cx="0" cy="0"/>
        </a:xfrm>
      </p:grpSpPr>
      <p:sp>
        <p:nvSpPr>
          <p:cNvPr id="49" name="Google Shape;49;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0" name="Google Shape;50;p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1" name="Google Shape;51;p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2" name="Google Shape;52;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53" name="Shape 53"/>
        <p:cNvGrpSpPr/>
        <p:nvPr/>
      </p:nvGrpSpPr>
      <p:grpSpPr>
        <a:xfrm>
          <a:off x="0" y="0"/>
          <a:ext cx="0" cy="0"/>
          <a:chOff x="0" y="0"/>
          <a:chExt cx="0" cy="0"/>
        </a:xfrm>
      </p:grpSpPr>
      <p:sp>
        <p:nvSpPr>
          <p:cNvPr id="54" name="Google Shape;54;p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5" name="Google Shape;55;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56" name="Shape 56"/>
        <p:cNvGrpSpPr/>
        <p:nvPr/>
      </p:nvGrpSpPr>
      <p:grpSpPr>
        <a:xfrm>
          <a:off x="0" y="0"/>
          <a:ext cx="0" cy="0"/>
          <a:chOff x="0" y="0"/>
          <a:chExt cx="0" cy="0"/>
        </a:xfrm>
      </p:grpSpPr>
      <p:sp>
        <p:nvSpPr>
          <p:cNvPr id="57" name="Google Shape;57;p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8" name="Google Shape;58;p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9" name="Google Shape;59;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60" name="Shape 60"/>
        <p:cNvGrpSpPr/>
        <p:nvPr/>
      </p:nvGrpSpPr>
      <p:grpSpPr>
        <a:xfrm>
          <a:off x="0" y="0"/>
          <a:ext cx="0" cy="0"/>
          <a:chOff x="0" y="0"/>
          <a:chExt cx="0" cy="0"/>
        </a:xfrm>
      </p:grpSpPr>
      <p:sp>
        <p:nvSpPr>
          <p:cNvPr id="61" name="Google Shape;61;p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62" name="Google Shape;6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63" name="Shape 63"/>
        <p:cNvGrpSpPr/>
        <p:nvPr/>
      </p:nvGrpSpPr>
      <p:grpSpPr>
        <a:xfrm>
          <a:off x="0" y="0"/>
          <a:ext cx="0" cy="0"/>
          <a:chOff x="0" y="0"/>
          <a:chExt cx="0" cy="0"/>
        </a:xfrm>
      </p:grpSpPr>
      <p:sp>
        <p:nvSpPr>
          <p:cNvPr id="64" name="Google Shape;64;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6" name="Google Shape;66;p1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7" name="Google Shape;67;p1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8" name="Google Shape;68;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69" name="Shape 69"/>
        <p:cNvGrpSpPr/>
        <p:nvPr/>
      </p:nvGrpSpPr>
      <p:grpSpPr>
        <a:xfrm>
          <a:off x="0" y="0"/>
          <a:ext cx="0" cy="0"/>
          <a:chOff x="0" y="0"/>
          <a:chExt cx="0" cy="0"/>
        </a:xfrm>
      </p:grpSpPr>
      <p:sp>
        <p:nvSpPr>
          <p:cNvPr id="70" name="Google Shape;70;p1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200"/>
              <a:buNone/>
              <a:defRPr/>
            </a:lvl1pPr>
          </a:lstStyle>
          <a:p/>
        </p:txBody>
      </p:sp>
      <p:sp>
        <p:nvSpPr>
          <p:cNvPr id="71" name="Google Shape;71;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72" name="Shape 72"/>
        <p:cNvGrpSpPr/>
        <p:nvPr/>
      </p:nvGrpSpPr>
      <p:grpSpPr>
        <a:xfrm>
          <a:off x="0" y="0"/>
          <a:ext cx="0" cy="0"/>
          <a:chOff x="0" y="0"/>
          <a:chExt cx="0" cy="0"/>
        </a:xfrm>
      </p:grpSpPr>
      <p:sp>
        <p:nvSpPr>
          <p:cNvPr id="73" name="Google Shape;73;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4" name="Google Shape;74;p12"/>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5" name="Google Shape;75;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78" name="Shape 78"/>
        <p:cNvGrpSpPr/>
        <p:nvPr/>
      </p:nvGrpSpPr>
      <p:grpSpPr>
        <a:xfrm>
          <a:off x="0" y="0"/>
          <a:ext cx="0" cy="0"/>
          <a:chOff x="0" y="0"/>
          <a:chExt cx="0" cy="0"/>
        </a:xfrm>
      </p:grpSpPr>
      <p:sp>
        <p:nvSpPr>
          <p:cNvPr id="79" name="Google Shape;79;p14"/>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0" name="Google Shape;80;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14"/>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2" name="Google Shape;82;p14"/>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 name="Google Shape;83;p14"/>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4" name="Google Shape;84;p14"/>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5" name="Google Shape;85;p14"/>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6" name="Google Shape;86;p14"/>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87" name="Shape 87"/>
        <p:cNvGrpSpPr/>
        <p:nvPr/>
      </p:nvGrpSpPr>
      <p:grpSpPr>
        <a:xfrm>
          <a:off x="0" y="0"/>
          <a:ext cx="0" cy="0"/>
          <a:chOff x="0" y="0"/>
          <a:chExt cx="0" cy="0"/>
        </a:xfrm>
      </p:grpSpPr>
      <p:sp>
        <p:nvSpPr>
          <p:cNvPr id="88" name="Google Shape;8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15"/>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0" name="Google Shape;90;p15"/>
          <p:cNvSpPr/>
          <p:nvPr>
            <p:ph idx="2" type="pic"/>
          </p:nvPr>
        </p:nvSpPr>
        <p:spPr>
          <a:xfrm>
            <a:off x="4992024" y="1152775"/>
            <a:ext cx="3840300" cy="3416400"/>
          </a:xfrm>
          <a:prstGeom prst="rect">
            <a:avLst/>
          </a:prstGeom>
          <a:noFill/>
          <a:ln>
            <a:noFill/>
          </a:ln>
        </p:spPr>
      </p:sp>
      <p:sp>
        <p:nvSpPr>
          <p:cNvPr id="91" name="Google Shape;9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92" name="Shape 92"/>
        <p:cNvGrpSpPr/>
        <p:nvPr/>
      </p:nvGrpSpPr>
      <p:grpSpPr>
        <a:xfrm>
          <a:off x="0" y="0"/>
          <a:ext cx="0" cy="0"/>
          <a:chOff x="0" y="0"/>
          <a:chExt cx="0" cy="0"/>
        </a:xfrm>
      </p:grpSpPr>
      <p:sp>
        <p:nvSpPr>
          <p:cNvPr id="93" name="Google Shape;9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4" name="Google Shape;94;p1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95" name="Google Shape;95;p16"/>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6" name="Google Shape;96;p16"/>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7" name="Google Shape;97;p16"/>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98" name="Google Shape;98;p16"/>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99" name="Shape 99"/>
        <p:cNvGrpSpPr/>
        <p:nvPr/>
      </p:nvGrpSpPr>
      <p:grpSpPr>
        <a:xfrm>
          <a:off x="0" y="0"/>
          <a:ext cx="0" cy="0"/>
          <a:chOff x="0" y="0"/>
          <a:chExt cx="0" cy="0"/>
        </a:xfrm>
      </p:grpSpPr>
      <p:sp>
        <p:nvSpPr>
          <p:cNvPr id="100" name="Google Shape;100;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01" name="Google Shape;101;p17"/>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02" name="Google Shape;102;p17"/>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03" name="Google Shape;103;p17"/>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04" name="Google Shape;104;p1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5" name="Google Shape;105;p17"/>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6" name="Google Shape;106;p17"/>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7" name="Google Shape;107;p17"/>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08" name="Shape 108"/>
        <p:cNvGrpSpPr/>
        <p:nvPr/>
      </p:nvGrpSpPr>
      <p:grpSpPr>
        <a:xfrm>
          <a:off x="0" y="0"/>
          <a:ext cx="0" cy="0"/>
          <a:chOff x="0" y="0"/>
          <a:chExt cx="0" cy="0"/>
        </a:xfrm>
      </p:grpSpPr>
      <p:sp>
        <p:nvSpPr>
          <p:cNvPr id="109" name="Google Shape;109;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10" name="Google Shape;110;p18"/>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1" name="Google Shape;111;p18"/>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2" name="Google Shape;112;p18"/>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3" name="Google Shape;113;p18"/>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4" name="Google Shape;114;p18"/>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5" name="Google Shape;115;p18"/>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16" name="Google Shape;116;p18"/>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17" name="Google Shape;117;p18"/>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18" name="Google Shape;118;p18"/>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19" name="Shape 119"/>
        <p:cNvGrpSpPr/>
        <p:nvPr/>
      </p:nvGrpSpPr>
      <p:grpSpPr>
        <a:xfrm>
          <a:off x="0" y="0"/>
          <a:ext cx="0" cy="0"/>
          <a:chOff x="0" y="0"/>
          <a:chExt cx="0" cy="0"/>
        </a:xfrm>
      </p:grpSpPr>
      <p:sp>
        <p:nvSpPr>
          <p:cNvPr id="120" name="Google Shape;120;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1" name="Google Shape;121;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22" name="Google Shape;122;p19"/>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23" name="Shape 123"/>
        <p:cNvGrpSpPr/>
        <p:nvPr/>
      </p:nvGrpSpPr>
      <p:grpSpPr>
        <a:xfrm>
          <a:off x="0" y="0"/>
          <a:ext cx="0" cy="0"/>
          <a:chOff x="0" y="0"/>
          <a:chExt cx="0" cy="0"/>
        </a:xfrm>
      </p:grpSpPr>
      <p:sp>
        <p:nvSpPr>
          <p:cNvPr id="124" name="Google Shape;124;p20"/>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25" name="Google Shape;125;p20"/>
          <p:cNvSpPr/>
          <p:nvPr>
            <p:ph idx="2" type="pic"/>
          </p:nvPr>
        </p:nvSpPr>
        <p:spPr>
          <a:xfrm>
            <a:off x="4804825" y="1133300"/>
            <a:ext cx="4027500" cy="2392800"/>
          </a:xfrm>
          <a:prstGeom prst="rect">
            <a:avLst/>
          </a:prstGeom>
          <a:noFill/>
          <a:ln>
            <a:noFill/>
          </a:ln>
        </p:spPr>
      </p:sp>
      <p:sp>
        <p:nvSpPr>
          <p:cNvPr id="126" name="Google Shape;126;p20"/>
          <p:cNvSpPr/>
          <p:nvPr>
            <p:ph idx="3" type="pic"/>
          </p:nvPr>
        </p:nvSpPr>
        <p:spPr>
          <a:xfrm>
            <a:off x="311725" y="1133300"/>
            <a:ext cx="4027500" cy="2392800"/>
          </a:xfrm>
          <a:prstGeom prst="rect">
            <a:avLst/>
          </a:prstGeom>
          <a:noFill/>
          <a:ln>
            <a:noFill/>
          </a:ln>
        </p:spPr>
      </p:sp>
      <p:sp>
        <p:nvSpPr>
          <p:cNvPr id="127" name="Google Shape;127;p20"/>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28" name="Google Shape;128;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29" name="Google Shape;129;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0" name="Google Shape;130;p20"/>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31" name="Google Shape;131;p20"/>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32" name="Shape 132"/>
        <p:cNvGrpSpPr/>
        <p:nvPr/>
      </p:nvGrpSpPr>
      <p:grpSpPr>
        <a:xfrm>
          <a:off x="0" y="0"/>
          <a:ext cx="0" cy="0"/>
          <a:chOff x="0" y="0"/>
          <a:chExt cx="0" cy="0"/>
        </a:xfrm>
      </p:grpSpPr>
      <p:sp>
        <p:nvSpPr>
          <p:cNvPr id="133" name="Google Shape;133;p21"/>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34" name="Google Shape;134;p21"/>
          <p:cNvSpPr/>
          <p:nvPr>
            <p:ph idx="2" type="pic"/>
          </p:nvPr>
        </p:nvSpPr>
        <p:spPr>
          <a:xfrm>
            <a:off x="6205225" y="1128325"/>
            <a:ext cx="2627100" cy="2273100"/>
          </a:xfrm>
          <a:prstGeom prst="rect">
            <a:avLst/>
          </a:prstGeom>
          <a:noFill/>
          <a:ln>
            <a:noFill/>
          </a:ln>
        </p:spPr>
      </p:sp>
      <p:sp>
        <p:nvSpPr>
          <p:cNvPr id="135" name="Google Shape;135;p21"/>
          <p:cNvSpPr/>
          <p:nvPr>
            <p:ph idx="3" type="pic"/>
          </p:nvPr>
        </p:nvSpPr>
        <p:spPr>
          <a:xfrm>
            <a:off x="311725" y="1128325"/>
            <a:ext cx="2627100" cy="2273100"/>
          </a:xfrm>
          <a:prstGeom prst="rect">
            <a:avLst/>
          </a:prstGeom>
          <a:noFill/>
          <a:ln>
            <a:noFill/>
          </a:ln>
        </p:spPr>
      </p:sp>
      <p:sp>
        <p:nvSpPr>
          <p:cNvPr id="136" name="Google Shape;136;p21"/>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37" name="Google Shape;137;p21"/>
          <p:cNvSpPr/>
          <p:nvPr>
            <p:ph idx="5" type="pic"/>
          </p:nvPr>
        </p:nvSpPr>
        <p:spPr>
          <a:xfrm>
            <a:off x="3255250" y="1128325"/>
            <a:ext cx="2627100" cy="2273100"/>
          </a:xfrm>
          <a:prstGeom prst="rect">
            <a:avLst/>
          </a:prstGeom>
          <a:noFill/>
          <a:ln>
            <a:noFill/>
          </a:ln>
        </p:spPr>
      </p:sp>
      <p:sp>
        <p:nvSpPr>
          <p:cNvPr id="138" name="Google Shape;138;p21"/>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39" name="Google Shape;139;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40" name="Google Shape;140;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1" name="Google Shape;141;p21"/>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42" name="Google Shape;142;p21"/>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43" name="Google Shape;143;p21"/>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44" name="Shape 144"/>
        <p:cNvGrpSpPr/>
        <p:nvPr/>
      </p:nvGrpSpPr>
      <p:grpSpPr>
        <a:xfrm>
          <a:off x="0" y="0"/>
          <a:ext cx="0" cy="0"/>
          <a:chOff x="0" y="0"/>
          <a:chExt cx="0" cy="0"/>
        </a:xfrm>
      </p:grpSpPr>
      <p:sp>
        <p:nvSpPr>
          <p:cNvPr id="145" name="Google Shape;145;p22"/>
          <p:cNvSpPr/>
          <p:nvPr>
            <p:ph idx="2" type="pic"/>
          </p:nvPr>
        </p:nvSpPr>
        <p:spPr>
          <a:xfrm>
            <a:off x="311700" y="445025"/>
            <a:ext cx="8520600" cy="4218300"/>
          </a:xfrm>
          <a:prstGeom prst="rect">
            <a:avLst/>
          </a:prstGeom>
          <a:noFill/>
          <a:ln>
            <a:noFill/>
          </a:ln>
        </p:spPr>
      </p:sp>
      <p:sp>
        <p:nvSpPr>
          <p:cNvPr id="146" name="Google Shape;146;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47" name="Shape 147"/>
        <p:cNvGrpSpPr/>
        <p:nvPr/>
      </p:nvGrpSpPr>
      <p:grpSpPr>
        <a:xfrm>
          <a:off x="0" y="0"/>
          <a:ext cx="0" cy="0"/>
          <a:chOff x="0" y="0"/>
          <a:chExt cx="0" cy="0"/>
        </a:xfrm>
      </p:grpSpPr>
      <p:sp>
        <p:nvSpPr>
          <p:cNvPr id="148" name="Google Shape;148;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49" name="Google Shape;149;p23"/>
          <p:cNvSpPr/>
          <p:nvPr>
            <p:ph idx="2" type="pic"/>
          </p:nvPr>
        </p:nvSpPr>
        <p:spPr>
          <a:xfrm>
            <a:off x="3389600" y="118913"/>
            <a:ext cx="1643700" cy="1535100"/>
          </a:xfrm>
          <a:prstGeom prst="rect">
            <a:avLst/>
          </a:prstGeom>
          <a:noFill/>
          <a:ln>
            <a:noFill/>
          </a:ln>
        </p:spPr>
      </p:sp>
      <p:sp>
        <p:nvSpPr>
          <p:cNvPr id="150" name="Google Shape;150;p23"/>
          <p:cNvSpPr/>
          <p:nvPr>
            <p:ph idx="3" type="pic"/>
          </p:nvPr>
        </p:nvSpPr>
        <p:spPr>
          <a:xfrm>
            <a:off x="5195935" y="118913"/>
            <a:ext cx="1643700" cy="1535100"/>
          </a:xfrm>
          <a:prstGeom prst="rect">
            <a:avLst/>
          </a:prstGeom>
          <a:noFill/>
          <a:ln>
            <a:noFill/>
          </a:ln>
        </p:spPr>
      </p:sp>
      <p:sp>
        <p:nvSpPr>
          <p:cNvPr id="151" name="Google Shape;151;p23"/>
          <p:cNvSpPr/>
          <p:nvPr>
            <p:ph idx="4" type="pic"/>
          </p:nvPr>
        </p:nvSpPr>
        <p:spPr>
          <a:xfrm>
            <a:off x="7002270" y="118913"/>
            <a:ext cx="1643700" cy="1535100"/>
          </a:xfrm>
          <a:prstGeom prst="rect">
            <a:avLst/>
          </a:prstGeom>
          <a:noFill/>
          <a:ln>
            <a:noFill/>
          </a:ln>
        </p:spPr>
      </p:sp>
      <p:sp>
        <p:nvSpPr>
          <p:cNvPr id="152" name="Google Shape;152;p23"/>
          <p:cNvSpPr/>
          <p:nvPr>
            <p:ph idx="5" type="pic"/>
          </p:nvPr>
        </p:nvSpPr>
        <p:spPr>
          <a:xfrm>
            <a:off x="3389588" y="1804212"/>
            <a:ext cx="1643700" cy="1535100"/>
          </a:xfrm>
          <a:prstGeom prst="rect">
            <a:avLst/>
          </a:prstGeom>
          <a:noFill/>
          <a:ln>
            <a:noFill/>
          </a:ln>
        </p:spPr>
      </p:sp>
      <p:sp>
        <p:nvSpPr>
          <p:cNvPr id="153" name="Google Shape;153;p23"/>
          <p:cNvSpPr/>
          <p:nvPr>
            <p:ph idx="6" type="pic"/>
          </p:nvPr>
        </p:nvSpPr>
        <p:spPr>
          <a:xfrm>
            <a:off x="5195922" y="1804212"/>
            <a:ext cx="1643700" cy="1535100"/>
          </a:xfrm>
          <a:prstGeom prst="rect">
            <a:avLst/>
          </a:prstGeom>
          <a:noFill/>
          <a:ln>
            <a:noFill/>
          </a:ln>
        </p:spPr>
      </p:sp>
      <p:sp>
        <p:nvSpPr>
          <p:cNvPr id="154" name="Google Shape;154;p23"/>
          <p:cNvSpPr/>
          <p:nvPr>
            <p:ph idx="7" type="pic"/>
          </p:nvPr>
        </p:nvSpPr>
        <p:spPr>
          <a:xfrm>
            <a:off x="7002257" y="1804212"/>
            <a:ext cx="1643700" cy="1535100"/>
          </a:xfrm>
          <a:prstGeom prst="rect">
            <a:avLst/>
          </a:prstGeom>
          <a:noFill/>
          <a:ln>
            <a:noFill/>
          </a:ln>
        </p:spPr>
      </p:sp>
      <p:sp>
        <p:nvSpPr>
          <p:cNvPr id="155" name="Google Shape;155;p23"/>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7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6" name="Google Shape;156;p23"/>
          <p:cNvSpPr/>
          <p:nvPr>
            <p:ph idx="8" type="pic"/>
          </p:nvPr>
        </p:nvSpPr>
        <p:spPr>
          <a:xfrm>
            <a:off x="3389588" y="3489487"/>
            <a:ext cx="1643700" cy="1535100"/>
          </a:xfrm>
          <a:prstGeom prst="rect">
            <a:avLst/>
          </a:prstGeom>
          <a:noFill/>
          <a:ln>
            <a:noFill/>
          </a:ln>
        </p:spPr>
      </p:sp>
      <p:sp>
        <p:nvSpPr>
          <p:cNvPr id="157" name="Google Shape;157;p23"/>
          <p:cNvSpPr/>
          <p:nvPr>
            <p:ph idx="9" type="pic"/>
          </p:nvPr>
        </p:nvSpPr>
        <p:spPr>
          <a:xfrm>
            <a:off x="5195922" y="3489487"/>
            <a:ext cx="1643700" cy="1535100"/>
          </a:xfrm>
          <a:prstGeom prst="rect">
            <a:avLst/>
          </a:prstGeom>
          <a:noFill/>
          <a:ln>
            <a:noFill/>
          </a:ln>
        </p:spPr>
      </p:sp>
      <p:sp>
        <p:nvSpPr>
          <p:cNvPr id="158" name="Google Shape;158;p23"/>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with Image">
  <p:cSld name="TITLE_1_1">
    <p:spTree>
      <p:nvGrpSpPr>
        <p:cNvPr id="159" name="Shape 159"/>
        <p:cNvGrpSpPr/>
        <p:nvPr/>
      </p:nvGrpSpPr>
      <p:grpSpPr>
        <a:xfrm>
          <a:off x="0" y="0"/>
          <a:ext cx="0" cy="0"/>
          <a:chOff x="0" y="0"/>
          <a:chExt cx="0" cy="0"/>
        </a:xfrm>
      </p:grpSpPr>
      <p:cxnSp>
        <p:nvCxnSpPr>
          <p:cNvPr id="160" name="Google Shape;160;p24"/>
          <p:cNvCxnSpPr/>
          <p:nvPr/>
        </p:nvCxnSpPr>
        <p:spPr>
          <a:xfrm>
            <a:off x="244425"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161" name="Google Shape;161;p24"/>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62" name="Google Shape;162;p24"/>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63" name="Google Shape;163;p24"/>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64" name="Google Shape;164;p24"/>
          <p:cNvSpPr txBox="1"/>
          <p:nvPr>
            <p:ph type="title"/>
          </p:nvPr>
        </p:nvSpPr>
        <p:spPr>
          <a:xfrm>
            <a:off x="146450" y="186951"/>
            <a:ext cx="4506900" cy="25563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4000"/>
              <a:buFont typeface="Lexend"/>
              <a:buNone/>
              <a:defRPr sz="4000">
                <a:latin typeface="Lexend"/>
                <a:ea typeface="Lexend"/>
                <a:cs typeface="Lexend"/>
                <a:sym typeface="Lexend"/>
              </a:defRPr>
            </a:lvl1pPr>
            <a:lvl2pPr lvl="1">
              <a:lnSpc>
                <a:spcPct val="90000"/>
              </a:lnSpc>
              <a:spcBef>
                <a:spcPts val="0"/>
              </a:spcBef>
              <a:spcAft>
                <a:spcPts val="0"/>
              </a:spcAft>
              <a:buSzPts val="2800"/>
              <a:buNone/>
              <a:defRPr/>
            </a:lvl2pPr>
            <a:lvl3pPr lvl="2">
              <a:lnSpc>
                <a:spcPct val="90000"/>
              </a:lnSpc>
              <a:spcBef>
                <a:spcPts val="0"/>
              </a:spcBef>
              <a:spcAft>
                <a:spcPts val="0"/>
              </a:spcAft>
              <a:buSzPts val="2800"/>
              <a:buNone/>
              <a:defRPr/>
            </a:lvl3pPr>
            <a:lvl4pPr lvl="3">
              <a:lnSpc>
                <a:spcPct val="90000"/>
              </a:lnSpc>
              <a:spcBef>
                <a:spcPts val="0"/>
              </a:spcBef>
              <a:spcAft>
                <a:spcPts val="0"/>
              </a:spcAft>
              <a:buSzPts val="2800"/>
              <a:buNone/>
              <a:defRPr/>
            </a:lvl4pPr>
            <a:lvl5pPr lvl="4">
              <a:lnSpc>
                <a:spcPct val="90000"/>
              </a:lnSpc>
              <a:spcBef>
                <a:spcPts val="0"/>
              </a:spcBef>
              <a:spcAft>
                <a:spcPts val="0"/>
              </a:spcAft>
              <a:buSzPts val="2800"/>
              <a:buNone/>
              <a:defRPr/>
            </a:lvl5pPr>
            <a:lvl6pPr lvl="5">
              <a:lnSpc>
                <a:spcPct val="90000"/>
              </a:lnSpc>
              <a:spcBef>
                <a:spcPts val="0"/>
              </a:spcBef>
              <a:spcAft>
                <a:spcPts val="0"/>
              </a:spcAft>
              <a:buSzPts val="2800"/>
              <a:buNone/>
              <a:defRPr/>
            </a:lvl6pPr>
            <a:lvl7pPr lvl="6">
              <a:lnSpc>
                <a:spcPct val="90000"/>
              </a:lnSpc>
              <a:spcBef>
                <a:spcPts val="0"/>
              </a:spcBef>
              <a:spcAft>
                <a:spcPts val="0"/>
              </a:spcAft>
              <a:buSzPts val="2800"/>
              <a:buNone/>
              <a:defRPr/>
            </a:lvl7pPr>
            <a:lvl8pPr lvl="7">
              <a:lnSpc>
                <a:spcPct val="90000"/>
              </a:lnSpc>
              <a:spcBef>
                <a:spcPts val="0"/>
              </a:spcBef>
              <a:spcAft>
                <a:spcPts val="0"/>
              </a:spcAft>
              <a:buSzPts val="2800"/>
              <a:buNone/>
              <a:defRPr/>
            </a:lvl8pPr>
            <a:lvl9pPr lvl="8">
              <a:lnSpc>
                <a:spcPct val="90000"/>
              </a:lnSpc>
              <a:spcBef>
                <a:spcPts val="0"/>
              </a:spcBef>
              <a:spcAft>
                <a:spcPts val="0"/>
              </a:spcAft>
              <a:buSzPts val="2800"/>
              <a:buNone/>
              <a:defRPr/>
            </a:lvl9pPr>
          </a:lstStyle>
          <a:p/>
        </p:txBody>
      </p:sp>
      <p:sp>
        <p:nvSpPr>
          <p:cNvPr id="165" name="Google Shape;165;p24"/>
          <p:cNvSpPr txBox="1"/>
          <p:nvPr>
            <p:ph idx="3" type="body"/>
          </p:nvPr>
        </p:nvSpPr>
        <p:spPr>
          <a:xfrm>
            <a:off x="5145950" y="230050"/>
            <a:ext cx="3420900" cy="1739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166" name="Google Shape;166;p24"/>
          <p:cNvSpPr/>
          <p:nvPr>
            <p:ph idx="4" type="pic"/>
          </p:nvPr>
        </p:nvSpPr>
        <p:spPr>
          <a:xfrm>
            <a:off x="5256200" y="1554480"/>
            <a:ext cx="3200400" cy="4517100"/>
          </a:xfrm>
          <a:prstGeom prst="roundRect">
            <a:avLst>
              <a:gd fmla="val 16667" name="adj"/>
            </a:avLst>
          </a:prstGeom>
          <a:noFill/>
          <a:ln cap="flat" cmpd="sng" w="19050">
            <a:solidFill>
              <a:schemeClr val="dk1"/>
            </a:solidFill>
            <a:prstDash val="solid"/>
            <a:round/>
            <a:headEnd len="sm" w="sm" type="none"/>
            <a:tailEnd len="sm" w="sm" type="none"/>
          </a:ln>
        </p:spPr>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s 1">
  <p:cSld name="TITLE_1_1_1">
    <p:spTree>
      <p:nvGrpSpPr>
        <p:cNvPr id="167" name="Shape 167"/>
        <p:cNvGrpSpPr/>
        <p:nvPr/>
      </p:nvGrpSpPr>
      <p:grpSpPr>
        <a:xfrm>
          <a:off x="0" y="0"/>
          <a:ext cx="0" cy="0"/>
          <a:chOff x="0" y="0"/>
          <a:chExt cx="0" cy="0"/>
        </a:xfrm>
      </p:grpSpPr>
      <p:cxnSp>
        <p:nvCxnSpPr>
          <p:cNvPr id="168" name="Google Shape;168;p25"/>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169" name="Google Shape;169;p25"/>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70" name="Google Shape;170;p25"/>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1" name="Google Shape;171;p25"/>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2" name="Google Shape;172;p25"/>
          <p:cNvSpPr txBox="1"/>
          <p:nvPr>
            <p:ph type="title"/>
          </p:nvPr>
        </p:nvSpPr>
        <p:spPr>
          <a:xfrm>
            <a:off x="146450" y="182880"/>
            <a:ext cx="4506900" cy="11334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4000"/>
              <a:buFont typeface="Lexend"/>
              <a:buNone/>
              <a:defRPr sz="4000">
                <a:latin typeface="Lexend"/>
                <a:ea typeface="Lexend"/>
                <a:cs typeface="Lexend"/>
                <a:sym typeface="Lexend"/>
              </a:defRPr>
            </a:lvl1pPr>
            <a:lvl2pPr lvl="1">
              <a:lnSpc>
                <a:spcPct val="90000"/>
              </a:lnSpc>
              <a:spcBef>
                <a:spcPts val="0"/>
              </a:spcBef>
              <a:spcAft>
                <a:spcPts val="0"/>
              </a:spcAft>
              <a:buSzPts val="2800"/>
              <a:buNone/>
              <a:defRPr/>
            </a:lvl2pPr>
            <a:lvl3pPr lvl="2">
              <a:lnSpc>
                <a:spcPct val="90000"/>
              </a:lnSpc>
              <a:spcBef>
                <a:spcPts val="0"/>
              </a:spcBef>
              <a:spcAft>
                <a:spcPts val="0"/>
              </a:spcAft>
              <a:buSzPts val="2800"/>
              <a:buNone/>
              <a:defRPr/>
            </a:lvl3pPr>
            <a:lvl4pPr lvl="3">
              <a:lnSpc>
                <a:spcPct val="90000"/>
              </a:lnSpc>
              <a:spcBef>
                <a:spcPts val="0"/>
              </a:spcBef>
              <a:spcAft>
                <a:spcPts val="0"/>
              </a:spcAft>
              <a:buSzPts val="2800"/>
              <a:buNone/>
              <a:defRPr/>
            </a:lvl4pPr>
            <a:lvl5pPr lvl="4">
              <a:lnSpc>
                <a:spcPct val="90000"/>
              </a:lnSpc>
              <a:spcBef>
                <a:spcPts val="0"/>
              </a:spcBef>
              <a:spcAft>
                <a:spcPts val="0"/>
              </a:spcAft>
              <a:buSzPts val="2800"/>
              <a:buNone/>
              <a:defRPr/>
            </a:lvl5pPr>
            <a:lvl6pPr lvl="5">
              <a:lnSpc>
                <a:spcPct val="90000"/>
              </a:lnSpc>
              <a:spcBef>
                <a:spcPts val="0"/>
              </a:spcBef>
              <a:spcAft>
                <a:spcPts val="0"/>
              </a:spcAft>
              <a:buSzPts val="2800"/>
              <a:buNone/>
              <a:defRPr/>
            </a:lvl6pPr>
            <a:lvl7pPr lvl="6">
              <a:lnSpc>
                <a:spcPct val="90000"/>
              </a:lnSpc>
              <a:spcBef>
                <a:spcPts val="0"/>
              </a:spcBef>
              <a:spcAft>
                <a:spcPts val="0"/>
              </a:spcAft>
              <a:buSzPts val="2800"/>
              <a:buNone/>
              <a:defRPr/>
            </a:lvl7pPr>
            <a:lvl8pPr lvl="7">
              <a:lnSpc>
                <a:spcPct val="90000"/>
              </a:lnSpc>
              <a:spcBef>
                <a:spcPts val="0"/>
              </a:spcBef>
              <a:spcAft>
                <a:spcPts val="0"/>
              </a:spcAft>
              <a:buSzPts val="2800"/>
              <a:buNone/>
              <a:defRPr/>
            </a:lvl8pPr>
            <a:lvl9pPr lvl="8">
              <a:lnSpc>
                <a:spcPct val="90000"/>
              </a:lnSpc>
              <a:spcBef>
                <a:spcPts val="0"/>
              </a:spcBef>
              <a:spcAft>
                <a:spcPts val="0"/>
              </a:spcAft>
              <a:buSzPts val="2800"/>
              <a:buNone/>
              <a:defRPr/>
            </a:lvl9pPr>
          </a:lstStyle>
          <a:p/>
        </p:txBody>
      </p:sp>
      <p:sp>
        <p:nvSpPr>
          <p:cNvPr id="173" name="Google Shape;173;p25"/>
          <p:cNvSpPr txBox="1"/>
          <p:nvPr>
            <p:ph idx="3" type="body"/>
          </p:nvPr>
        </p:nvSpPr>
        <p:spPr>
          <a:xfrm>
            <a:off x="157138" y="3840480"/>
            <a:ext cx="25836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174" name="Google Shape;174;p25"/>
          <p:cNvSpPr txBox="1"/>
          <p:nvPr>
            <p:ph idx="4" type="body"/>
          </p:nvPr>
        </p:nvSpPr>
        <p:spPr>
          <a:xfrm>
            <a:off x="3280200" y="3840480"/>
            <a:ext cx="25836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175" name="Google Shape;175;p25"/>
          <p:cNvSpPr txBox="1"/>
          <p:nvPr>
            <p:ph idx="5" type="body"/>
          </p:nvPr>
        </p:nvSpPr>
        <p:spPr>
          <a:xfrm>
            <a:off x="6406288" y="3840480"/>
            <a:ext cx="25836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176" name="Google Shape;176;p25"/>
          <p:cNvSpPr txBox="1"/>
          <p:nvPr>
            <p:ph idx="6" type="subTitle"/>
          </p:nvPr>
        </p:nvSpPr>
        <p:spPr>
          <a:xfrm>
            <a:off x="154113" y="3566150"/>
            <a:ext cx="25866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4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4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4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4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4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4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4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177" name="Google Shape;177;p25"/>
          <p:cNvSpPr txBox="1"/>
          <p:nvPr>
            <p:ph idx="7" type="subTitle"/>
          </p:nvPr>
        </p:nvSpPr>
        <p:spPr>
          <a:xfrm>
            <a:off x="3280200" y="3566160"/>
            <a:ext cx="25836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178" name="Google Shape;178;p25"/>
          <p:cNvSpPr txBox="1"/>
          <p:nvPr>
            <p:ph idx="8" type="subTitle"/>
          </p:nvPr>
        </p:nvSpPr>
        <p:spPr>
          <a:xfrm>
            <a:off x="6406288" y="3566160"/>
            <a:ext cx="25836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s 2">
  <p:cSld name="TITLE_1_1_1_1">
    <p:spTree>
      <p:nvGrpSpPr>
        <p:cNvPr id="179" name="Shape 179"/>
        <p:cNvGrpSpPr/>
        <p:nvPr/>
      </p:nvGrpSpPr>
      <p:grpSpPr>
        <a:xfrm>
          <a:off x="0" y="0"/>
          <a:ext cx="0" cy="0"/>
          <a:chOff x="0" y="0"/>
          <a:chExt cx="0" cy="0"/>
        </a:xfrm>
      </p:grpSpPr>
      <p:cxnSp>
        <p:nvCxnSpPr>
          <p:cNvPr id="180" name="Google Shape;180;p26"/>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181" name="Google Shape;181;p26"/>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82" name="Google Shape;182;p26"/>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83" name="Google Shape;183;p26"/>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84" name="Google Shape;184;p26"/>
          <p:cNvSpPr txBox="1"/>
          <p:nvPr>
            <p:ph type="title"/>
          </p:nvPr>
        </p:nvSpPr>
        <p:spPr>
          <a:xfrm>
            <a:off x="708600" y="1371600"/>
            <a:ext cx="3441600" cy="912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SzPts val="3000"/>
              <a:buFont typeface="Lexend"/>
              <a:buNone/>
              <a:defRPr sz="3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5" name="Google Shape;185;p26"/>
          <p:cNvSpPr txBox="1"/>
          <p:nvPr>
            <p:ph idx="3" type="body"/>
          </p:nvPr>
        </p:nvSpPr>
        <p:spPr>
          <a:xfrm>
            <a:off x="708600" y="2414025"/>
            <a:ext cx="3294300" cy="113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186" name="Google Shape;186;p26"/>
          <p:cNvSpPr txBox="1"/>
          <p:nvPr>
            <p:ph idx="4" type="body"/>
          </p:nvPr>
        </p:nvSpPr>
        <p:spPr>
          <a:xfrm>
            <a:off x="4114800" y="1538254"/>
            <a:ext cx="22413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187" name="Google Shape;187;p26"/>
          <p:cNvSpPr txBox="1"/>
          <p:nvPr>
            <p:ph idx="5" type="subTitle"/>
          </p:nvPr>
        </p:nvSpPr>
        <p:spPr>
          <a:xfrm>
            <a:off x="4114800" y="1263925"/>
            <a:ext cx="22437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188" name="Google Shape;188;p26"/>
          <p:cNvSpPr txBox="1"/>
          <p:nvPr>
            <p:ph idx="6" type="body"/>
          </p:nvPr>
        </p:nvSpPr>
        <p:spPr>
          <a:xfrm>
            <a:off x="6492240" y="1538254"/>
            <a:ext cx="22413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189" name="Google Shape;189;p26"/>
          <p:cNvSpPr txBox="1"/>
          <p:nvPr>
            <p:ph idx="7" type="subTitle"/>
          </p:nvPr>
        </p:nvSpPr>
        <p:spPr>
          <a:xfrm>
            <a:off x="6492240" y="1263925"/>
            <a:ext cx="22437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190" name="Google Shape;190;p26"/>
          <p:cNvSpPr txBox="1"/>
          <p:nvPr>
            <p:ph idx="8" type="body"/>
          </p:nvPr>
        </p:nvSpPr>
        <p:spPr>
          <a:xfrm>
            <a:off x="4114800" y="3763029"/>
            <a:ext cx="22413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191" name="Google Shape;191;p26"/>
          <p:cNvSpPr txBox="1"/>
          <p:nvPr>
            <p:ph idx="9" type="subTitle"/>
          </p:nvPr>
        </p:nvSpPr>
        <p:spPr>
          <a:xfrm>
            <a:off x="4114800" y="3488700"/>
            <a:ext cx="22437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192" name="Google Shape;192;p26"/>
          <p:cNvSpPr txBox="1"/>
          <p:nvPr>
            <p:ph idx="13" type="body"/>
          </p:nvPr>
        </p:nvSpPr>
        <p:spPr>
          <a:xfrm>
            <a:off x="6492240" y="3763029"/>
            <a:ext cx="22413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193" name="Google Shape;193;p26"/>
          <p:cNvSpPr txBox="1"/>
          <p:nvPr>
            <p:ph idx="14" type="subTitle"/>
          </p:nvPr>
        </p:nvSpPr>
        <p:spPr>
          <a:xfrm>
            <a:off x="6492240" y="3488700"/>
            <a:ext cx="22437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Left ">
  <p:cSld name="TITLE_1_1_1_1_1">
    <p:spTree>
      <p:nvGrpSpPr>
        <p:cNvPr id="194" name="Shape 194"/>
        <p:cNvGrpSpPr/>
        <p:nvPr/>
      </p:nvGrpSpPr>
      <p:grpSpPr>
        <a:xfrm>
          <a:off x="0" y="0"/>
          <a:ext cx="0" cy="0"/>
          <a:chOff x="0" y="0"/>
          <a:chExt cx="0" cy="0"/>
        </a:xfrm>
      </p:grpSpPr>
      <p:cxnSp>
        <p:nvCxnSpPr>
          <p:cNvPr id="195" name="Google Shape;195;p27"/>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196" name="Google Shape;196;p27"/>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7" name="Google Shape;197;p27"/>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98" name="Google Shape;198;p27"/>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99" name="Google Shape;199;p27"/>
          <p:cNvSpPr txBox="1"/>
          <p:nvPr>
            <p:ph type="title"/>
          </p:nvPr>
        </p:nvSpPr>
        <p:spPr>
          <a:xfrm>
            <a:off x="708600" y="1371600"/>
            <a:ext cx="3294300" cy="912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SzPts val="3000"/>
              <a:buFont typeface="Lexend"/>
              <a:buNone/>
              <a:defRPr sz="3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0" name="Google Shape;200;p27"/>
          <p:cNvSpPr txBox="1"/>
          <p:nvPr>
            <p:ph idx="3" type="body"/>
          </p:nvPr>
        </p:nvSpPr>
        <p:spPr>
          <a:xfrm>
            <a:off x="708600" y="2414025"/>
            <a:ext cx="3294300" cy="113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Right">
  <p:cSld name="TITLE_1_1_1_1_1_2">
    <p:spTree>
      <p:nvGrpSpPr>
        <p:cNvPr id="201" name="Shape 201"/>
        <p:cNvGrpSpPr/>
        <p:nvPr/>
      </p:nvGrpSpPr>
      <p:grpSpPr>
        <a:xfrm>
          <a:off x="0" y="0"/>
          <a:ext cx="0" cy="0"/>
          <a:chOff x="0" y="0"/>
          <a:chExt cx="0" cy="0"/>
        </a:xfrm>
      </p:grpSpPr>
      <p:cxnSp>
        <p:nvCxnSpPr>
          <p:cNvPr id="202" name="Google Shape;202;p28"/>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03" name="Google Shape;203;p28"/>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4" name="Google Shape;204;p28"/>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05" name="Google Shape;205;p28"/>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06" name="Google Shape;206;p28"/>
          <p:cNvSpPr txBox="1"/>
          <p:nvPr>
            <p:ph type="title"/>
          </p:nvPr>
        </p:nvSpPr>
        <p:spPr>
          <a:xfrm>
            <a:off x="5366000" y="1371600"/>
            <a:ext cx="3294300" cy="912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SzPts val="3000"/>
              <a:buFont typeface="Lexend"/>
              <a:buNone/>
              <a:defRPr sz="3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7" name="Google Shape;207;p28"/>
          <p:cNvSpPr txBox="1"/>
          <p:nvPr>
            <p:ph idx="3" type="body"/>
          </p:nvPr>
        </p:nvSpPr>
        <p:spPr>
          <a:xfrm>
            <a:off x="5366000" y="2414025"/>
            <a:ext cx="3294300" cy="113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p:cSld name="TITLE_1_1_1_1_1_2_2">
    <p:spTree>
      <p:nvGrpSpPr>
        <p:cNvPr id="208" name="Shape 208"/>
        <p:cNvGrpSpPr/>
        <p:nvPr/>
      </p:nvGrpSpPr>
      <p:grpSpPr>
        <a:xfrm>
          <a:off x="0" y="0"/>
          <a:ext cx="0" cy="0"/>
          <a:chOff x="0" y="0"/>
          <a:chExt cx="0" cy="0"/>
        </a:xfrm>
      </p:grpSpPr>
      <p:cxnSp>
        <p:nvCxnSpPr>
          <p:cNvPr id="209" name="Google Shape;209;p29"/>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10" name="Google Shape;210;p29"/>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1" name="Google Shape;211;p29"/>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12" name="Google Shape;212;p29"/>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Top">
  <p:cSld name="TITLE_1_1_1_1_1_2_1">
    <p:spTree>
      <p:nvGrpSpPr>
        <p:cNvPr id="213" name="Shape 213"/>
        <p:cNvGrpSpPr/>
        <p:nvPr/>
      </p:nvGrpSpPr>
      <p:grpSpPr>
        <a:xfrm>
          <a:off x="0" y="0"/>
          <a:ext cx="0" cy="0"/>
          <a:chOff x="0" y="0"/>
          <a:chExt cx="0" cy="0"/>
        </a:xfrm>
      </p:grpSpPr>
      <p:cxnSp>
        <p:nvCxnSpPr>
          <p:cNvPr id="214" name="Google Shape;214;p30"/>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15" name="Google Shape;215;p30"/>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6" name="Google Shape;216;p30"/>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17" name="Google Shape;217;p30"/>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18" name="Google Shape;218;p30"/>
          <p:cNvSpPr txBox="1"/>
          <p:nvPr>
            <p:ph type="title"/>
          </p:nvPr>
        </p:nvSpPr>
        <p:spPr>
          <a:xfrm>
            <a:off x="146450" y="186948"/>
            <a:ext cx="4506900" cy="1189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4000"/>
              <a:buFont typeface="Lexend"/>
              <a:buNone/>
              <a:defRPr sz="4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9" name="Google Shape;219;p30"/>
          <p:cNvSpPr txBox="1"/>
          <p:nvPr>
            <p:ph idx="3" type="body"/>
          </p:nvPr>
        </p:nvSpPr>
        <p:spPr>
          <a:xfrm>
            <a:off x="5028550" y="230050"/>
            <a:ext cx="3538200" cy="1739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AQ">
  <p:cSld name="TITLE_1_1_1_1_1_2_1_2">
    <p:spTree>
      <p:nvGrpSpPr>
        <p:cNvPr id="220" name="Shape 220"/>
        <p:cNvGrpSpPr/>
        <p:nvPr/>
      </p:nvGrpSpPr>
      <p:grpSpPr>
        <a:xfrm>
          <a:off x="0" y="0"/>
          <a:ext cx="0" cy="0"/>
          <a:chOff x="0" y="0"/>
          <a:chExt cx="0" cy="0"/>
        </a:xfrm>
      </p:grpSpPr>
      <p:sp>
        <p:nvSpPr>
          <p:cNvPr id="221" name="Google Shape;221;p31"/>
          <p:cNvSpPr txBox="1"/>
          <p:nvPr>
            <p:ph idx="1" type="body"/>
          </p:nvPr>
        </p:nvSpPr>
        <p:spPr>
          <a:xfrm>
            <a:off x="5023625" y="657479"/>
            <a:ext cx="3538200" cy="826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cxnSp>
        <p:nvCxnSpPr>
          <p:cNvPr id="222" name="Google Shape;222;p31"/>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23" name="Google Shape;223;p31"/>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24" name="Google Shape;224;p31"/>
          <p:cNvSpPr txBox="1"/>
          <p:nvPr>
            <p:ph idx="2"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5" name="Google Shape;225;p31"/>
          <p:cNvSpPr txBox="1"/>
          <p:nvPr>
            <p:ph idx="3"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6" name="Google Shape;226;p31"/>
          <p:cNvSpPr txBox="1"/>
          <p:nvPr>
            <p:ph type="title"/>
          </p:nvPr>
        </p:nvSpPr>
        <p:spPr>
          <a:xfrm>
            <a:off x="146450" y="186948"/>
            <a:ext cx="4506900" cy="12972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4000"/>
              <a:buFont typeface="Lexend"/>
              <a:buNone/>
              <a:defRPr sz="4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7" name="Google Shape;227;p31"/>
          <p:cNvSpPr txBox="1"/>
          <p:nvPr>
            <p:ph idx="4" type="subTitle"/>
          </p:nvPr>
        </p:nvSpPr>
        <p:spPr>
          <a:xfrm>
            <a:off x="5023625" y="218925"/>
            <a:ext cx="3538200" cy="309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sz="1600">
                <a:latin typeface="Lexend Light"/>
                <a:ea typeface="Lexend Light"/>
                <a:cs typeface="Lexend Light"/>
                <a:sym typeface="Lexend Light"/>
              </a:defRPr>
            </a:lvl1pPr>
            <a:lvl2pPr lvl="1">
              <a:spcBef>
                <a:spcPts val="0"/>
              </a:spcBef>
              <a:spcAft>
                <a:spcPts val="0"/>
              </a:spcAft>
              <a:buSzPts val="1200"/>
              <a:buFont typeface="DM Sans SemiBold"/>
              <a:buNone/>
              <a:defRPr>
                <a:latin typeface="DM Sans SemiBold"/>
                <a:ea typeface="DM Sans SemiBold"/>
                <a:cs typeface="DM Sans SemiBold"/>
                <a:sym typeface="DM Sans SemiBold"/>
              </a:defRPr>
            </a:lvl2pPr>
            <a:lvl3pPr lvl="2">
              <a:spcBef>
                <a:spcPts val="0"/>
              </a:spcBef>
              <a:spcAft>
                <a:spcPts val="0"/>
              </a:spcAft>
              <a:buSzPts val="1200"/>
              <a:buFont typeface="DM Sans SemiBold"/>
              <a:buNone/>
              <a:defRPr>
                <a:latin typeface="DM Sans SemiBold"/>
                <a:ea typeface="DM Sans SemiBold"/>
                <a:cs typeface="DM Sans SemiBold"/>
                <a:sym typeface="DM Sans SemiBold"/>
              </a:defRPr>
            </a:lvl3pPr>
            <a:lvl4pPr lvl="3">
              <a:spcBef>
                <a:spcPts val="0"/>
              </a:spcBef>
              <a:spcAft>
                <a:spcPts val="0"/>
              </a:spcAft>
              <a:buSzPts val="1200"/>
              <a:buFont typeface="DM Sans SemiBold"/>
              <a:buNone/>
              <a:defRPr>
                <a:latin typeface="DM Sans SemiBold"/>
                <a:ea typeface="DM Sans SemiBold"/>
                <a:cs typeface="DM Sans SemiBold"/>
                <a:sym typeface="DM Sans SemiBold"/>
              </a:defRPr>
            </a:lvl4pPr>
            <a:lvl5pPr lvl="4">
              <a:spcBef>
                <a:spcPts val="0"/>
              </a:spcBef>
              <a:spcAft>
                <a:spcPts val="0"/>
              </a:spcAft>
              <a:buSzPts val="1200"/>
              <a:buFont typeface="DM Sans SemiBold"/>
              <a:buNone/>
              <a:defRPr>
                <a:latin typeface="DM Sans SemiBold"/>
                <a:ea typeface="DM Sans SemiBold"/>
                <a:cs typeface="DM Sans SemiBold"/>
                <a:sym typeface="DM Sans SemiBold"/>
              </a:defRPr>
            </a:lvl5pPr>
            <a:lvl6pPr lvl="5">
              <a:spcBef>
                <a:spcPts val="0"/>
              </a:spcBef>
              <a:spcAft>
                <a:spcPts val="0"/>
              </a:spcAft>
              <a:buSzPts val="1200"/>
              <a:buFont typeface="DM Sans SemiBold"/>
              <a:buNone/>
              <a:defRPr>
                <a:latin typeface="DM Sans SemiBold"/>
                <a:ea typeface="DM Sans SemiBold"/>
                <a:cs typeface="DM Sans SemiBold"/>
                <a:sym typeface="DM Sans SemiBold"/>
              </a:defRPr>
            </a:lvl6pPr>
            <a:lvl7pPr lvl="6">
              <a:spcBef>
                <a:spcPts val="0"/>
              </a:spcBef>
              <a:spcAft>
                <a:spcPts val="0"/>
              </a:spcAft>
              <a:buSzPts val="1200"/>
              <a:buFont typeface="DM Sans SemiBold"/>
              <a:buNone/>
              <a:defRPr>
                <a:latin typeface="DM Sans SemiBold"/>
                <a:ea typeface="DM Sans SemiBold"/>
                <a:cs typeface="DM Sans SemiBold"/>
                <a:sym typeface="DM Sans SemiBold"/>
              </a:defRPr>
            </a:lvl7pPr>
            <a:lvl8pPr lvl="7">
              <a:spcBef>
                <a:spcPts val="0"/>
              </a:spcBef>
              <a:spcAft>
                <a:spcPts val="0"/>
              </a:spcAft>
              <a:buSzPts val="1200"/>
              <a:buFont typeface="DM Sans SemiBold"/>
              <a:buNone/>
              <a:defRPr>
                <a:latin typeface="DM Sans SemiBold"/>
                <a:ea typeface="DM Sans SemiBold"/>
                <a:cs typeface="DM Sans SemiBold"/>
                <a:sym typeface="DM Sans SemiBold"/>
              </a:defRPr>
            </a:lvl8pPr>
            <a:lvl9pPr lvl="8">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228" name="Google Shape;228;p31"/>
          <p:cNvSpPr txBox="1"/>
          <p:nvPr>
            <p:ph idx="5" type="body"/>
          </p:nvPr>
        </p:nvSpPr>
        <p:spPr>
          <a:xfrm>
            <a:off x="5023625" y="2214467"/>
            <a:ext cx="3538200" cy="826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229" name="Google Shape;229;p31"/>
          <p:cNvSpPr txBox="1"/>
          <p:nvPr>
            <p:ph idx="6" type="subTitle"/>
          </p:nvPr>
        </p:nvSpPr>
        <p:spPr>
          <a:xfrm>
            <a:off x="5023625" y="1775913"/>
            <a:ext cx="3538200" cy="309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sz="1600">
                <a:latin typeface="Lexend Light"/>
                <a:ea typeface="Lexend Light"/>
                <a:cs typeface="Lexend Light"/>
                <a:sym typeface="Lexend Light"/>
              </a:defRPr>
            </a:lvl1pPr>
            <a:lvl2pPr lvl="1">
              <a:spcBef>
                <a:spcPts val="0"/>
              </a:spcBef>
              <a:spcAft>
                <a:spcPts val="0"/>
              </a:spcAft>
              <a:buSzPts val="1200"/>
              <a:buFont typeface="DM Sans SemiBold"/>
              <a:buNone/>
              <a:defRPr>
                <a:latin typeface="DM Sans SemiBold"/>
                <a:ea typeface="DM Sans SemiBold"/>
                <a:cs typeface="DM Sans SemiBold"/>
                <a:sym typeface="DM Sans SemiBold"/>
              </a:defRPr>
            </a:lvl2pPr>
            <a:lvl3pPr lvl="2">
              <a:spcBef>
                <a:spcPts val="0"/>
              </a:spcBef>
              <a:spcAft>
                <a:spcPts val="0"/>
              </a:spcAft>
              <a:buSzPts val="1200"/>
              <a:buFont typeface="DM Sans SemiBold"/>
              <a:buNone/>
              <a:defRPr>
                <a:latin typeface="DM Sans SemiBold"/>
                <a:ea typeface="DM Sans SemiBold"/>
                <a:cs typeface="DM Sans SemiBold"/>
                <a:sym typeface="DM Sans SemiBold"/>
              </a:defRPr>
            </a:lvl3pPr>
            <a:lvl4pPr lvl="3">
              <a:spcBef>
                <a:spcPts val="0"/>
              </a:spcBef>
              <a:spcAft>
                <a:spcPts val="0"/>
              </a:spcAft>
              <a:buSzPts val="1200"/>
              <a:buFont typeface="DM Sans SemiBold"/>
              <a:buNone/>
              <a:defRPr>
                <a:latin typeface="DM Sans SemiBold"/>
                <a:ea typeface="DM Sans SemiBold"/>
                <a:cs typeface="DM Sans SemiBold"/>
                <a:sym typeface="DM Sans SemiBold"/>
              </a:defRPr>
            </a:lvl4pPr>
            <a:lvl5pPr lvl="4">
              <a:spcBef>
                <a:spcPts val="0"/>
              </a:spcBef>
              <a:spcAft>
                <a:spcPts val="0"/>
              </a:spcAft>
              <a:buSzPts val="1200"/>
              <a:buFont typeface="DM Sans SemiBold"/>
              <a:buNone/>
              <a:defRPr>
                <a:latin typeface="DM Sans SemiBold"/>
                <a:ea typeface="DM Sans SemiBold"/>
                <a:cs typeface="DM Sans SemiBold"/>
                <a:sym typeface="DM Sans SemiBold"/>
              </a:defRPr>
            </a:lvl5pPr>
            <a:lvl6pPr lvl="5">
              <a:spcBef>
                <a:spcPts val="0"/>
              </a:spcBef>
              <a:spcAft>
                <a:spcPts val="0"/>
              </a:spcAft>
              <a:buSzPts val="1200"/>
              <a:buFont typeface="DM Sans SemiBold"/>
              <a:buNone/>
              <a:defRPr>
                <a:latin typeface="DM Sans SemiBold"/>
                <a:ea typeface="DM Sans SemiBold"/>
                <a:cs typeface="DM Sans SemiBold"/>
                <a:sym typeface="DM Sans SemiBold"/>
              </a:defRPr>
            </a:lvl6pPr>
            <a:lvl7pPr lvl="6">
              <a:spcBef>
                <a:spcPts val="0"/>
              </a:spcBef>
              <a:spcAft>
                <a:spcPts val="0"/>
              </a:spcAft>
              <a:buSzPts val="1200"/>
              <a:buFont typeface="DM Sans SemiBold"/>
              <a:buNone/>
              <a:defRPr>
                <a:latin typeface="DM Sans SemiBold"/>
                <a:ea typeface="DM Sans SemiBold"/>
                <a:cs typeface="DM Sans SemiBold"/>
                <a:sym typeface="DM Sans SemiBold"/>
              </a:defRPr>
            </a:lvl7pPr>
            <a:lvl8pPr lvl="7">
              <a:spcBef>
                <a:spcPts val="0"/>
              </a:spcBef>
              <a:spcAft>
                <a:spcPts val="0"/>
              </a:spcAft>
              <a:buSzPts val="1200"/>
              <a:buFont typeface="DM Sans SemiBold"/>
              <a:buNone/>
              <a:defRPr>
                <a:latin typeface="DM Sans SemiBold"/>
                <a:ea typeface="DM Sans SemiBold"/>
                <a:cs typeface="DM Sans SemiBold"/>
                <a:sym typeface="DM Sans SemiBold"/>
              </a:defRPr>
            </a:lvl8pPr>
            <a:lvl9pPr lvl="8">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230" name="Google Shape;230;p31"/>
          <p:cNvSpPr txBox="1"/>
          <p:nvPr>
            <p:ph idx="7" type="body"/>
          </p:nvPr>
        </p:nvSpPr>
        <p:spPr>
          <a:xfrm>
            <a:off x="5023625" y="3771454"/>
            <a:ext cx="3538200" cy="826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231" name="Google Shape;231;p31"/>
          <p:cNvSpPr txBox="1"/>
          <p:nvPr>
            <p:ph idx="8" type="subTitle"/>
          </p:nvPr>
        </p:nvSpPr>
        <p:spPr>
          <a:xfrm>
            <a:off x="5023625" y="3332900"/>
            <a:ext cx="3538200" cy="309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sz="1600">
                <a:latin typeface="Lexend Light"/>
                <a:ea typeface="Lexend Light"/>
                <a:cs typeface="Lexend Light"/>
                <a:sym typeface="Lexend Light"/>
              </a:defRPr>
            </a:lvl1pPr>
            <a:lvl2pPr lvl="1">
              <a:spcBef>
                <a:spcPts val="0"/>
              </a:spcBef>
              <a:spcAft>
                <a:spcPts val="0"/>
              </a:spcAft>
              <a:buSzPts val="1200"/>
              <a:buFont typeface="DM Sans SemiBold"/>
              <a:buNone/>
              <a:defRPr>
                <a:latin typeface="DM Sans SemiBold"/>
                <a:ea typeface="DM Sans SemiBold"/>
                <a:cs typeface="DM Sans SemiBold"/>
                <a:sym typeface="DM Sans SemiBold"/>
              </a:defRPr>
            </a:lvl2pPr>
            <a:lvl3pPr lvl="2">
              <a:spcBef>
                <a:spcPts val="0"/>
              </a:spcBef>
              <a:spcAft>
                <a:spcPts val="0"/>
              </a:spcAft>
              <a:buSzPts val="1200"/>
              <a:buFont typeface="DM Sans SemiBold"/>
              <a:buNone/>
              <a:defRPr>
                <a:latin typeface="DM Sans SemiBold"/>
                <a:ea typeface="DM Sans SemiBold"/>
                <a:cs typeface="DM Sans SemiBold"/>
                <a:sym typeface="DM Sans SemiBold"/>
              </a:defRPr>
            </a:lvl3pPr>
            <a:lvl4pPr lvl="3">
              <a:spcBef>
                <a:spcPts val="0"/>
              </a:spcBef>
              <a:spcAft>
                <a:spcPts val="0"/>
              </a:spcAft>
              <a:buSzPts val="1200"/>
              <a:buFont typeface="DM Sans SemiBold"/>
              <a:buNone/>
              <a:defRPr>
                <a:latin typeface="DM Sans SemiBold"/>
                <a:ea typeface="DM Sans SemiBold"/>
                <a:cs typeface="DM Sans SemiBold"/>
                <a:sym typeface="DM Sans SemiBold"/>
              </a:defRPr>
            </a:lvl4pPr>
            <a:lvl5pPr lvl="4">
              <a:spcBef>
                <a:spcPts val="0"/>
              </a:spcBef>
              <a:spcAft>
                <a:spcPts val="0"/>
              </a:spcAft>
              <a:buSzPts val="1200"/>
              <a:buFont typeface="DM Sans SemiBold"/>
              <a:buNone/>
              <a:defRPr>
                <a:latin typeface="DM Sans SemiBold"/>
                <a:ea typeface="DM Sans SemiBold"/>
                <a:cs typeface="DM Sans SemiBold"/>
                <a:sym typeface="DM Sans SemiBold"/>
              </a:defRPr>
            </a:lvl5pPr>
            <a:lvl6pPr lvl="5">
              <a:spcBef>
                <a:spcPts val="0"/>
              </a:spcBef>
              <a:spcAft>
                <a:spcPts val="0"/>
              </a:spcAft>
              <a:buSzPts val="1200"/>
              <a:buFont typeface="DM Sans SemiBold"/>
              <a:buNone/>
              <a:defRPr>
                <a:latin typeface="DM Sans SemiBold"/>
                <a:ea typeface="DM Sans SemiBold"/>
                <a:cs typeface="DM Sans SemiBold"/>
                <a:sym typeface="DM Sans SemiBold"/>
              </a:defRPr>
            </a:lvl6pPr>
            <a:lvl7pPr lvl="6">
              <a:spcBef>
                <a:spcPts val="0"/>
              </a:spcBef>
              <a:spcAft>
                <a:spcPts val="0"/>
              </a:spcAft>
              <a:buSzPts val="1200"/>
              <a:buFont typeface="DM Sans SemiBold"/>
              <a:buNone/>
              <a:defRPr>
                <a:latin typeface="DM Sans SemiBold"/>
                <a:ea typeface="DM Sans SemiBold"/>
                <a:cs typeface="DM Sans SemiBold"/>
                <a:sym typeface="DM Sans SemiBold"/>
              </a:defRPr>
            </a:lvl7pPr>
            <a:lvl8pPr lvl="7">
              <a:spcBef>
                <a:spcPts val="0"/>
              </a:spcBef>
              <a:spcAft>
                <a:spcPts val="0"/>
              </a:spcAft>
              <a:buSzPts val="1200"/>
              <a:buFont typeface="DM Sans SemiBold"/>
              <a:buNone/>
              <a:defRPr>
                <a:latin typeface="DM Sans SemiBold"/>
                <a:ea typeface="DM Sans SemiBold"/>
                <a:cs typeface="DM Sans SemiBold"/>
                <a:sym typeface="DM Sans SemiBold"/>
              </a:defRPr>
            </a:lvl8pPr>
            <a:lvl9pPr lvl="8">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p:cSld name="TITLE_1_1_1_1_1_2_1_1">
    <p:spTree>
      <p:nvGrpSpPr>
        <p:cNvPr id="232" name="Shape 232"/>
        <p:cNvGrpSpPr/>
        <p:nvPr/>
      </p:nvGrpSpPr>
      <p:grpSpPr>
        <a:xfrm>
          <a:off x="0" y="0"/>
          <a:ext cx="0" cy="0"/>
          <a:chOff x="0" y="0"/>
          <a:chExt cx="0" cy="0"/>
        </a:xfrm>
      </p:grpSpPr>
      <p:cxnSp>
        <p:nvCxnSpPr>
          <p:cNvPr id="233" name="Google Shape;233;p32"/>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34" name="Google Shape;234;p32"/>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5" name="Google Shape;235;p32"/>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36" name="Google Shape;236;p32"/>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37" name="Google Shape;237;p32"/>
          <p:cNvSpPr txBox="1"/>
          <p:nvPr>
            <p:ph type="title"/>
          </p:nvPr>
        </p:nvSpPr>
        <p:spPr>
          <a:xfrm>
            <a:off x="146450" y="186949"/>
            <a:ext cx="4506900" cy="7356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4000"/>
              <a:buFont typeface="Lexend"/>
              <a:buNone/>
              <a:defRPr sz="4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8" name="Google Shape;238;p32"/>
          <p:cNvSpPr txBox="1"/>
          <p:nvPr>
            <p:ph idx="3" type="body"/>
          </p:nvPr>
        </p:nvSpPr>
        <p:spPr>
          <a:xfrm>
            <a:off x="146450" y="2054029"/>
            <a:ext cx="3420000" cy="735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239" name="Google Shape;239;p32"/>
          <p:cNvSpPr txBox="1"/>
          <p:nvPr>
            <p:ph idx="4" type="subTitle"/>
          </p:nvPr>
        </p:nvSpPr>
        <p:spPr>
          <a:xfrm>
            <a:off x="146450" y="1615475"/>
            <a:ext cx="3423600" cy="309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sz="1600">
                <a:latin typeface="Lexend Light"/>
                <a:ea typeface="Lexend Light"/>
                <a:cs typeface="Lexend Light"/>
                <a:sym typeface="Lexend Light"/>
              </a:defRPr>
            </a:lvl1pPr>
            <a:lvl2pPr lvl="1">
              <a:spcBef>
                <a:spcPts val="0"/>
              </a:spcBef>
              <a:spcAft>
                <a:spcPts val="0"/>
              </a:spcAft>
              <a:buSzPts val="1200"/>
              <a:buFont typeface="DM Sans SemiBold"/>
              <a:buNone/>
              <a:defRPr>
                <a:latin typeface="DM Sans SemiBold"/>
                <a:ea typeface="DM Sans SemiBold"/>
                <a:cs typeface="DM Sans SemiBold"/>
                <a:sym typeface="DM Sans SemiBold"/>
              </a:defRPr>
            </a:lvl2pPr>
            <a:lvl3pPr lvl="2">
              <a:spcBef>
                <a:spcPts val="0"/>
              </a:spcBef>
              <a:spcAft>
                <a:spcPts val="0"/>
              </a:spcAft>
              <a:buSzPts val="1200"/>
              <a:buFont typeface="DM Sans SemiBold"/>
              <a:buNone/>
              <a:defRPr>
                <a:latin typeface="DM Sans SemiBold"/>
                <a:ea typeface="DM Sans SemiBold"/>
                <a:cs typeface="DM Sans SemiBold"/>
                <a:sym typeface="DM Sans SemiBold"/>
              </a:defRPr>
            </a:lvl3pPr>
            <a:lvl4pPr lvl="3">
              <a:spcBef>
                <a:spcPts val="0"/>
              </a:spcBef>
              <a:spcAft>
                <a:spcPts val="0"/>
              </a:spcAft>
              <a:buSzPts val="1200"/>
              <a:buFont typeface="DM Sans SemiBold"/>
              <a:buNone/>
              <a:defRPr>
                <a:latin typeface="DM Sans SemiBold"/>
                <a:ea typeface="DM Sans SemiBold"/>
                <a:cs typeface="DM Sans SemiBold"/>
                <a:sym typeface="DM Sans SemiBold"/>
              </a:defRPr>
            </a:lvl4pPr>
            <a:lvl5pPr lvl="4">
              <a:spcBef>
                <a:spcPts val="0"/>
              </a:spcBef>
              <a:spcAft>
                <a:spcPts val="0"/>
              </a:spcAft>
              <a:buSzPts val="1200"/>
              <a:buFont typeface="DM Sans SemiBold"/>
              <a:buNone/>
              <a:defRPr>
                <a:latin typeface="DM Sans SemiBold"/>
                <a:ea typeface="DM Sans SemiBold"/>
                <a:cs typeface="DM Sans SemiBold"/>
                <a:sym typeface="DM Sans SemiBold"/>
              </a:defRPr>
            </a:lvl5pPr>
            <a:lvl6pPr lvl="5">
              <a:spcBef>
                <a:spcPts val="0"/>
              </a:spcBef>
              <a:spcAft>
                <a:spcPts val="0"/>
              </a:spcAft>
              <a:buSzPts val="1200"/>
              <a:buFont typeface="DM Sans SemiBold"/>
              <a:buNone/>
              <a:defRPr>
                <a:latin typeface="DM Sans SemiBold"/>
                <a:ea typeface="DM Sans SemiBold"/>
                <a:cs typeface="DM Sans SemiBold"/>
                <a:sym typeface="DM Sans SemiBold"/>
              </a:defRPr>
            </a:lvl6pPr>
            <a:lvl7pPr lvl="6">
              <a:spcBef>
                <a:spcPts val="0"/>
              </a:spcBef>
              <a:spcAft>
                <a:spcPts val="0"/>
              </a:spcAft>
              <a:buSzPts val="1200"/>
              <a:buFont typeface="DM Sans SemiBold"/>
              <a:buNone/>
              <a:defRPr>
                <a:latin typeface="DM Sans SemiBold"/>
                <a:ea typeface="DM Sans SemiBold"/>
                <a:cs typeface="DM Sans SemiBold"/>
                <a:sym typeface="DM Sans SemiBold"/>
              </a:defRPr>
            </a:lvl7pPr>
            <a:lvl8pPr lvl="7">
              <a:spcBef>
                <a:spcPts val="0"/>
              </a:spcBef>
              <a:spcAft>
                <a:spcPts val="0"/>
              </a:spcAft>
              <a:buSzPts val="1200"/>
              <a:buFont typeface="DM Sans SemiBold"/>
              <a:buNone/>
              <a:defRPr>
                <a:latin typeface="DM Sans SemiBold"/>
                <a:ea typeface="DM Sans SemiBold"/>
                <a:cs typeface="DM Sans SemiBold"/>
                <a:sym typeface="DM Sans SemiBold"/>
              </a:defRPr>
            </a:lvl8pPr>
            <a:lvl9pPr lvl="8">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240" name="Google Shape;240;p32"/>
          <p:cNvSpPr txBox="1"/>
          <p:nvPr>
            <p:ph idx="5" type="body"/>
          </p:nvPr>
        </p:nvSpPr>
        <p:spPr>
          <a:xfrm>
            <a:off x="146450" y="3418408"/>
            <a:ext cx="3420000" cy="735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241" name="Google Shape;241;p32"/>
          <p:cNvSpPr txBox="1"/>
          <p:nvPr>
            <p:ph idx="6" type="subTitle"/>
          </p:nvPr>
        </p:nvSpPr>
        <p:spPr>
          <a:xfrm>
            <a:off x="146450" y="2979854"/>
            <a:ext cx="3423600" cy="309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sz="1600">
                <a:latin typeface="Lexend Light"/>
                <a:ea typeface="Lexend Light"/>
                <a:cs typeface="Lexend Light"/>
                <a:sym typeface="Lexend Light"/>
              </a:defRPr>
            </a:lvl1pPr>
            <a:lvl2pPr lvl="1">
              <a:spcBef>
                <a:spcPts val="0"/>
              </a:spcBef>
              <a:spcAft>
                <a:spcPts val="0"/>
              </a:spcAft>
              <a:buSzPts val="1200"/>
              <a:buFont typeface="DM Sans SemiBold"/>
              <a:buNone/>
              <a:defRPr>
                <a:latin typeface="DM Sans SemiBold"/>
                <a:ea typeface="DM Sans SemiBold"/>
                <a:cs typeface="DM Sans SemiBold"/>
                <a:sym typeface="DM Sans SemiBold"/>
              </a:defRPr>
            </a:lvl2pPr>
            <a:lvl3pPr lvl="2">
              <a:spcBef>
                <a:spcPts val="0"/>
              </a:spcBef>
              <a:spcAft>
                <a:spcPts val="0"/>
              </a:spcAft>
              <a:buSzPts val="1200"/>
              <a:buFont typeface="DM Sans SemiBold"/>
              <a:buNone/>
              <a:defRPr>
                <a:latin typeface="DM Sans SemiBold"/>
                <a:ea typeface="DM Sans SemiBold"/>
                <a:cs typeface="DM Sans SemiBold"/>
                <a:sym typeface="DM Sans SemiBold"/>
              </a:defRPr>
            </a:lvl3pPr>
            <a:lvl4pPr lvl="3">
              <a:spcBef>
                <a:spcPts val="0"/>
              </a:spcBef>
              <a:spcAft>
                <a:spcPts val="0"/>
              </a:spcAft>
              <a:buSzPts val="1200"/>
              <a:buFont typeface="DM Sans SemiBold"/>
              <a:buNone/>
              <a:defRPr>
                <a:latin typeface="DM Sans SemiBold"/>
                <a:ea typeface="DM Sans SemiBold"/>
                <a:cs typeface="DM Sans SemiBold"/>
                <a:sym typeface="DM Sans SemiBold"/>
              </a:defRPr>
            </a:lvl4pPr>
            <a:lvl5pPr lvl="4">
              <a:spcBef>
                <a:spcPts val="0"/>
              </a:spcBef>
              <a:spcAft>
                <a:spcPts val="0"/>
              </a:spcAft>
              <a:buSzPts val="1200"/>
              <a:buFont typeface="DM Sans SemiBold"/>
              <a:buNone/>
              <a:defRPr>
                <a:latin typeface="DM Sans SemiBold"/>
                <a:ea typeface="DM Sans SemiBold"/>
                <a:cs typeface="DM Sans SemiBold"/>
                <a:sym typeface="DM Sans SemiBold"/>
              </a:defRPr>
            </a:lvl5pPr>
            <a:lvl6pPr lvl="5">
              <a:spcBef>
                <a:spcPts val="0"/>
              </a:spcBef>
              <a:spcAft>
                <a:spcPts val="0"/>
              </a:spcAft>
              <a:buSzPts val="1200"/>
              <a:buFont typeface="DM Sans SemiBold"/>
              <a:buNone/>
              <a:defRPr>
                <a:latin typeface="DM Sans SemiBold"/>
                <a:ea typeface="DM Sans SemiBold"/>
                <a:cs typeface="DM Sans SemiBold"/>
                <a:sym typeface="DM Sans SemiBold"/>
              </a:defRPr>
            </a:lvl6pPr>
            <a:lvl7pPr lvl="6">
              <a:spcBef>
                <a:spcPts val="0"/>
              </a:spcBef>
              <a:spcAft>
                <a:spcPts val="0"/>
              </a:spcAft>
              <a:buSzPts val="1200"/>
              <a:buFont typeface="DM Sans SemiBold"/>
              <a:buNone/>
              <a:defRPr>
                <a:latin typeface="DM Sans SemiBold"/>
                <a:ea typeface="DM Sans SemiBold"/>
                <a:cs typeface="DM Sans SemiBold"/>
                <a:sym typeface="DM Sans SemiBold"/>
              </a:defRPr>
            </a:lvl7pPr>
            <a:lvl8pPr lvl="7">
              <a:spcBef>
                <a:spcPts val="0"/>
              </a:spcBef>
              <a:spcAft>
                <a:spcPts val="0"/>
              </a:spcAft>
              <a:buSzPts val="1200"/>
              <a:buFont typeface="DM Sans SemiBold"/>
              <a:buNone/>
              <a:defRPr>
                <a:latin typeface="DM Sans SemiBold"/>
                <a:ea typeface="DM Sans SemiBold"/>
                <a:cs typeface="DM Sans SemiBold"/>
                <a:sym typeface="DM Sans SemiBold"/>
              </a:defRPr>
            </a:lvl8pPr>
            <a:lvl9pPr lvl="8">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242" name="Google Shape;242;p32"/>
          <p:cNvSpPr txBox="1"/>
          <p:nvPr>
            <p:ph idx="7" type="body"/>
          </p:nvPr>
        </p:nvSpPr>
        <p:spPr>
          <a:xfrm>
            <a:off x="3879320" y="2054029"/>
            <a:ext cx="3420000" cy="735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243" name="Google Shape;243;p32"/>
          <p:cNvSpPr txBox="1"/>
          <p:nvPr>
            <p:ph idx="8" type="subTitle"/>
          </p:nvPr>
        </p:nvSpPr>
        <p:spPr>
          <a:xfrm>
            <a:off x="3879320" y="1615475"/>
            <a:ext cx="3423600" cy="309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sz="1600">
                <a:latin typeface="Lexend Light"/>
                <a:ea typeface="Lexend Light"/>
                <a:cs typeface="Lexend Light"/>
                <a:sym typeface="Lexend Light"/>
              </a:defRPr>
            </a:lvl1pPr>
            <a:lvl2pPr lvl="1">
              <a:spcBef>
                <a:spcPts val="0"/>
              </a:spcBef>
              <a:spcAft>
                <a:spcPts val="0"/>
              </a:spcAft>
              <a:buSzPts val="1200"/>
              <a:buFont typeface="DM Sans SemiBold"/>
              <a:buNone/>
              <a:defRPr>
                <a:latin typeface="DM Sans SemiBold"/>
                <a:ea typeface="DM Sans SemiBold"/>
                <a:cs typeface="DM Sans SemiBold"/>
                <a:sym typeface="DM Sans SemiBold"/>
              </a:defRPr>
            </a:lvl2pPr>
            <a:lvl3pPr lvl="2">
              <a:spcBef>
                <a:spcPts val="0"/>
              </a:spcBef>
              <a:spcAft>
                <a:spcPts val="0"/>
              </a:spcAft>
              <a:buSzPts val="1200"/>
              <a:buFont typeface="DM Sans SemiBold"/>
              <a:buNone/>
              <a:defRPr>
                <a:latin typeface="DM Sans SemiBold"/>
                <a:ea typeface="DM Sans SemiBold"/>
                <a:cs typeface="DM Sans SemiBold"/>
                <a:sym typeface="DM Sans SemiBold"/>
              </a:defRPr>
            </a:lvl3pPr>
            <a:lvl4pPr lvl="3">
              <a:spcBef>
                <a:spcPts val="0"/>
              </a:spcBef>
              <a:spcAft>
                <a:spcPts val="0"/>
              </a:spcAft>
              <a:buSzPts val="1200"/>
              <a:buFont typeface="DM Sans SemiBold"/>
              <a:buNone/>
              <a:defRPr>
                <a:latin typeface="DM Sans SemiBold"/>
                <a:ea typeface="DM Sans SemiBold"/>
                <a:cs typeface="DM Sans SemiBold"/>
                <a:sym typeface="DM Sans SemiBold"/>
              </a:defRPr>
            </a:lvl4pPr>
            <a:lvl5pPr lvl="4">
              <a:spcBef>
                <a:spcPts val="0"/>
              </a:spcBef>
              <a:spcAft>
                <a:spcPts val="0"/>
              </a:spcAft>
              <a:buSzPts val="1200"/>
              <a:buFont typeface="DM Sans SemiBold"/>
              <a:buNone/>
              <a:defRPr>
                <a:latin typeface="DM Sans SemiBold"/>
                <a:ea typeface="DM Sans SemiBold"/>
                <a:cs typeface="DM Sans SemiBold"/>
                <a:sym typeface="DM Sans SemiBold"/>
              </a:defRPr>
            </a:lvl5pPr>
            <a:lvl6pPr lvl="5">
              <a:spcBef>
                <a:spcPts val="0"/>
              </a:spcBef>
              <a:spcAft>
                <a:spcPts val="0"/>
              </a:spcAft>
              <a:buSzPts val="1200"/>
              <a:buFont typeface="DM Sans SemiBold"/>
              <a:buNone/>
              <a:defRPr>
                <a:latin typeface="DM Sans SemiBold"/>
                <a:ea typeface="DM Sans SemiBold"/>
                <a:cs typeface="DM Sans SemiBold"/>
                <a:sym typeface="DM Sans SemiBold"/>
              </a:defRPr>
            </a:lvl6pPr>
            <a:lvl7pPr lvl="6">
              <a:spcBef>
                <a:spcPts val="0"/>
              </a:spcBef>
              <a:spcAft>
                <a:spcPts val="0"/>
              </a:spcAft>
              <a:buSzPts val="1200"/>
              <a:buFont typeface="DM Sans SemiBold"/>
              <a:buNone/>
              <a:defRPr>
                <a:latin typeface="DM Sans SemiBold"/>
                <a:ea typeface="DM Sans SemiBold"/>
                <a:cs typeface="DM Sans SemiBold"/>
                <a:sym typeface="DM Sans SemiBold"/>
              </a:defRPr>
            </a:lvl7pPr>
            <a:lvl8pPr lvl="7">
              <a:spcBef>
                <a:spcPts val="0"/>
              </a:spcBef>
              <a:spcAft>
                <a:spcPts val="0"/>
              </a:spcAft>
              <a:buSzPts val="1200"/>
              <a:buFont typeface="DM Sans SemiBold"/>
              <a:buNone/>
              <a:defRPr>
                <a:latin typeface="DM Sans SemiBold"/>
                <a:ea typeface="DM Sans SemiBold"/>
                <a:cs typeface="DM Sans SemiBold"/>
                <a:sym typeface="DM Sans SemiBold"/>
              </a:defRPr>
            </a:lvl8pPr>
            <a:lvl9pPr lvl="8">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244" name="Google Shape;244;p32"/>
          <p:cNvSpPr txBox="1"/>
          <p:nvPr>
            <p:ph idx="9" type="body"/>
          </p:nvPr>
        </p:nvSpPr>
        <p:spPr>
          <a:xfrm>
            <a:off x="3879320" y="3418408"/>
            <a:ext cx="3420000" cy="735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245" name="Google Shape;245;p32"/>
          <p:cNvSpPr txBox="1"/>
          <p:nvPr>
            <p:ph idx="13" type="subTitle"/>
          </p:nvPr>
        </p:nvSpPr>
        <p:spPr>
          <a:xfrm>
            <a:off x="3879320" y="2979854"/>
            <a:ext cx="3423600" cy="309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Lexend Light"/>
              <a:buNone/>
              <a:defRPr sz="1600">
                <a:latin typeface="Lexend Light"/>
                <a:ea typeface="Lexend Light"/>
                <a:cs typeface="Lexend Light"/>
                <a:sym typeface="Lexend Light"/>
              </a:defRPr>
            </a:lvl1pPr>
            <a:lvl2pPr lvl="1">
              <a:spcBef>
                <a:spcPts val="0"/>
              </a:spcBef>
              <a:spcAft>
                <a:spcPts val="0"/>
              </a:spcAft>
              <a:buSzPts val="1200"/>
              <a:buFont typeface="DM Sans SemiBold"/>
              <a:buNone/>
              <a:defRPr>
                <a:latin typeface="DM Sans SemiBold"/>
                <a:ea typeface="DM Sans SemiBold"/>
                <a:cs typeface="DM Sans SemiBold"/>
                <a:sym typeface="DM Sans SemiBold"/>
              </a:defRPr>
            </a:lvl2pPr>
            <a:lvl3pPr lvl="2">
              <a:spcBef>
                <a:spcPts val="0"/>
              </a:spcBef>
              <a:spcAft>
                <a:spcPts val="0"/>
              </a:spcAft>
              <a:buSzPts val="1200"/>
              <a:buFont typeface="DM Sans SemiBold"/>
              <a:buNone/>
              <a:defRPr>
                <a:latin typeface="DM Sans SemiBold"/>
                <a:ea typeface="DM Sans SemiBold"/>
                <a:cs typeface="DM Sans SemiBold"/>
                <a:sym typeface="DM Sans SemiBold"/>
              </a:defRPr>
            </a:lvl3pPr>
            <a:lvl4pPr lvl="3">
              <a:spcBef>
                <a:spcPts val="0"/>
              </a:spcBef>
              <a:spcAft>
                <a:spcPts val="0"/>
              </a:spcAft>
              <a:buSzPts val="1200"/>
              <a:buFont typeface="DM Sans SemiBold"/>
              <a:buNone/>
              <a:defRPr>
                <a:latin typeface="DM Sans SemiBold"/>
                <a:ea typeface="DM Sans SemiBold"/>
                <a:cs typeface="DM Sans SemiBold"/>
                <a:sym typeface="DM Sans SemiBold"/>
              </a:defRPr>
            </a:lvl4pPr>
            <a:lvl5pPr lvl="4">
              <a:spcBef>
                <a:spcPts val="0"/>
              </a:spcBef>
              <a:spcAft>
                <a:spcPts val="0"/>
              </a:spcAft>
              <a:buSzPts val="1200"/>
              <a:buFont typeface="DM Sans SemiBold"/>
              <a:buNone/>
              <a:defRPr>
                <a:latin typeface="DM Sans SemiBold"/>
                <a:ea typeface="DM Sans SemiBold"/>
                <a:cs typeface="DM Sans SemiBold"/>
                <a:sym typeface="DM Sans SemiBold"/>
              </a:defRPr>
            </a:lvl5pPr>
            <a:lvl6pPr lvl="5">
              <a:spcBef>
                <a:spcPts val="0"/>
              </a:spcBef>
              <a:spcAft>
                <a:spcPts val="0"/>
              </a:spcAft>
              <a:buSzPts val="1200"/>
              <a:buFont typeface="DM Sans SemiBold"/>
              <a:buNone/>
              <a:defRPr>
                <a:latin typeface="DM Sans SemiBold"/>
                <a:ea typeface="DM Sans SemiBold"/>
                <a:cs typeface="DM Sans SemiBold"/>
                <a:sym typeface="DM Sans SemiBold"/>
              </a:defRPr>
            </a:lvl6pPr>
            <a:lvl7pPr lvl="6">
              <a:spcBef>
                <a:spcPts val="0"/>
              </a:spcBef>
              <a:spcAft>
                <a:spcPts val="0"/>
              </a:spcAft>
              <a:buSzPts val="1200"/>
              <a:buFont typeface="DM Sans SemiBold"/>
              <a:buNone/>
              <a:defRPr>
                <a:latin typeface="DM Sans SemiBold"/>
                <a:ea typeface="DM Sans SemiBold"/>
                <a:cs typeface="DM Sans SemiBold"/>
                <a:sym typeface="DM Sans SemiBold"/>
              </a:defRPr>
            </a:lvl7pPr>
            <a:lvl8pPr lvl="7">
              <a:spcBef>
                <a:spcPts val="0"/>
              </a:spcBef>
              <a:spcAft>
                <a:spcPts val="0"/>
              </a:spcAft>
              <a:buSzPts val="1200"/>
              <a:buFont typeface="DM Sans SemiBold"/>
              <a:buNone/>
              <a:defRPr>
                <a:latin typeface="DM Sans SemiBold"/>
                <a:ea typeface="DM Sans SemiBold"/>
                <a:cs typeface="DM Sans SemiBold"/>
                <a:sym typeface="DM Sans SemiBold"/>
              </a:defRPr>
            </a:lvl8pPr>
            <a:lvl9pPr lvl="8">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TITLE_1_1_1_1_1_1">
    <p:spTree>
      <p:nvGrpSpPr>
        <p:cNvPr id="246" name="Shape 246"/>
        <p:cNvGrpSpPr/>
        <p:nvPr/>
      </p:nvGrpSpPr>
      <p:grpSpPr>
        <a:xfrm>
          <a:off x="0" y="0"/>
          <a:ext cx="0" cy="0"/>
          <a:chOff x="0" y="0"/>
          <a:chExt cx="0" cy="0"/>
        </a:xfrm>
      </p:grpSpPr>
      <p:cxnSp>
        <p:nvCxnSpPr>
          <p:cNvPr id="247" name="Google Shape;247;p33"/>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48" name="Google Shape;248;p33"/>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9" name="Google Shape;249;p33"/>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50" name="Google Shape;250;p33"/>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51" name="Google Shape;251;p33"/>
          <p:cNvSpPr txBox="1"/>
          <p:nvPr>
            <p:ph idx="3" type="body"/>
          </p:nvPr>
        </p:nvSpPr>
        <p:spPr>
          <a:xfrm>
            <a:off x="538138" y="490548"/>
            <a:ext cx="25836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252" name="Google Shape;252;p33"/>
          <p:cNvSpPr txBox="1"/>
          <p:nvPr>
            <p:ph idx="4" type="body"/>
          </p:nvPr>
        </p:nvSpPr>
        <p:spPr>
          <a:xfrm>
            <a:off x="3280200" y="490548"/>
            <a:ext cx="25836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253" name="Google Shape;253;p33"/>
          <p:cNvSpPr txBox="1"/>
          <p:nvPr>
            <p:ph idx="5" type="body"/>
          </p:nvPr>
        </p:nvSpPr>
        <p:spPr>
          <a:xfrm>
            <a:off x="6025288" y="490548"/>
            <a:ext cx="2583600" cy="7356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DM Sans"/>
              <a:buChar char="●"/>
              <a:defRPr/>
            </a:lvl1pPr>
            <a:lvl2pPr indent="-304800" lvl="1" marL="914400" algn="ctr">
              <a:spcBef>
                <a:spcPts val="0"/>
              </a:spcBef>
              <a:spcAft>
                <a:spcPts val="0"/>
              </a:spcAft>
              <a:buSzPts val="1200"/>
              <a:buFont typeface="DM Sans"/>
              <a:buChar char="○"/>
              <a:defRPr/>
            </a:lvl2pPr>
            <a:lvl3pPr indent="-304800" lvl="2" marL="1371600" algn="ctr">
              <a:spcBef>
                <a:spcPts val="0"/>
              </a:spcBef>
              <a:spcAft>
                <a:spcPts val="0"/>
              </a:spcAft>
              <a:buSzPts val="1200"/>
              <a:buFont typeface="DM Sans"/>
              <a:buChar char="■"/>
              <a:defRPr/>
            </a:lvl3pPr>
            <a:lvl4pPr indent="-304800" lvl="3" marL="1828800" algn="ctr">
              <a:spcBef>
                <a:spcPts val="0"/>
              </a:spcBef>
              <a:spcAft>
                <a:spcPts val="0"/>
              </a:spcAft>
              <a:buSzPts val="1200"/>
              <a:buFont typeface="DM Sans"/>
              <a:buChar char="●"/>
              <a:defRPr/>
            </a:lvl4pPr>
            <a:lvl5pPr indent="-304800" lvl="4" marL="2286000" algn="ctr">
              <a:spcBef>
                <a:spcPts val="0"/>
              </a:spcBef>
              <a:spcAft>
                <a:spcPts val="0"/>
              </a:spcAft>
              <a:buSzPts val="1200"/>
              <a:buFont typeface="DM Sans"/>
              <a:buChar char="○"/>
              <a:defRPr/>
            </a:lvl5pPr>
            <a:lvl6pPr indent="-304800" lvl="5" marL="2743200" algn="ctr">
              <a:spcBef>
                <a:spcPts val="0"/>
              </a:spcBef>
              <a:spcAft>
                <a:spcPts val="0"/>
              </a:spcAft>
              <a:buSzPts val="1200"/>
              <a:buFont typeface="DM Sans"/>
              <a:buChar char="■"/>
              <a:defRPr/>
            </a:lvl6pPr>
            <a:lvl7pPr indent="-304800" lvl="6" marL="3200400" algn="ctr">
              <a:spcBef>
                <a:spcPts val="0"/>
              </a:spcBef>
              <a:spcAft>
                <a:spcPts val="0"/>
              </a:spcAft>
              <a:buSzPts val="1200"/>
              <a:buFont typeface="DM Sans"/>
              <a:buChar char="●"/>
              <a:defRPr/>
            </a:lvl7pPr>
            <a:lvl8pPr indent="-304800" lvl="7" marL="3657600" algn="ctr">
              <a:spcBef>
                <a:spcPts val="0"/>
              </a:spcBef>
              <a:spcAft>
                <a:spcPts val="0"/>
              </a:spcAft>
              <a:buSzPts val="1200"/>
              <a:buFont typeface="DM Sans"/>
              <a:buChar char="○"/>
              <a:defRPr/>
            </a:lvl8pPr>
            <a:lvl9pPr indent="-304800" lvl="8" marL="4114800" algn="ctr">
              <a:spcBef>
                <a:spcPts val="0"/>
              </a:spcBef>
              <a:spcAft>
                <a:spcPts val="0"/>
              </a:spcAft>
              <a:buSzPts val="1200"/>
              <a:buFont typeface="DM Sans"/>
              <a:buChar char="■"/>
              <a:defRPr/>
            </a:lvl9pPr>
          </a:lstStyle>
          <a:p/>
        </p:txBody>
      </p:sp>
      <p:sp>
        <p:nvSpPr>
          <p:cNvPr id="254" name="Google Shape;254;p33"/>
          <p:cNvSpPr txBox="1"/>
          <p:nvPr>
            <p:ph idx="6" type="subTitle"/>
          </p:nvPr>
        </p:nvSpPr>
        <p:spPr>
          <a:xfrm>
            <a:off x="535113" y="216218"/>
            <a:ext cx="25866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255" name="Google Shape;255;p33"/>
          <p:cNvSpPr txBox="1"/>
          <p:nvPr>
            <p:ph idx="7" type="subTitle"/>
          </p:nvPr>
        </p:nvSpPr>
        <p:spPr>
          <a:xfrm>
            <a:off x="3280200" y="216228"/>
            <a:ext cx="25836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
        <p:nvSpPr>
          <p:cNvPr id="256" name="Google Shape;256;p33"/>
          <p:cNvSpPr txBox="1"/>
          <p:nvPr>
            <p:ph idx="8" type="subTitle"/>
          </p:nvPr>
        </p:nvSpPr>
        <p:spPr>
          <a:xfrm>
            <a:off x="6025288" y="216228"/>
            <a:ext cx="2583600" cy="3093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DM Sans SemiBold"/>
              <a:buNone/>
              <a:defRPr sz="1400">
                <a:latin typeface="DM Sans SemiBold"/>
                <a:ea typeface="DM Sans SemiBold"/>
                <a:cs typeface="DM Sans SemiBold"/>
                <a:sym typeface="DM Sans SemiBold"/>
              </a:defRPr>
            </a:lvl1pPr>
            <a:lvl2pPr lvl="1" algn="ctr">
              <a:spcBef>
                <a:spcPts val="0"/>
              </a:spcBef>
              <a:spcAft>
                <a:spcPts val="0"/>
              </a:spcAft>
              <a:buSzPts val="1200"/>
              <a:buFont typeface="DM Sans SemiBold"/>
              <a:buNone/>
              <a:defRPr>
                <a:latin typeface="DM Sans SemiBold"/>
                <a:ea typeface="DM Sans SemiBold"/>
                <a:cs typeface="DM Sans SemiBold"/>
                <a:sym typeface="DM Sans SemiBold"/>
              </a:defRPr>
            </a:lvl2pPr>
            <a:lvl3pPr lvl="2" algn="ctr">
              <a:spcBef>
                <a:spcPts val="0"/>
              </a:spcBef>
              <a:spcAft>
                <a:spcPts val="0"/>
              </a:spcAft>
              <a:buSzPts val="1200"/>
              <a:buFont typeface="DM Sans SemiBold"/>
              <a:buNone/>
              <a:defRPr>
                <a:latin typeface="DM Sans SemiBold"/>
                <a:ea typeface="DM Sans SemiBold"/>
                <a:cs typeface="DM Sans SemiBold"/>
                <a:sym typeface="DM Sans SemiBold"/>
              </a:defRPr>
            </a:lvl3pPr>
            <a:lvl4pPr lvl="3" algn="ctr">
              <a:spcBef>
                <a:spcPts val="0"/>
              </a:spcBef>
              <a:spcAft>
                <a:spcPts val="0"/>
              </a:spcAft>
              <a:buSzPts val="1200"/>
              <a:buFont typeface="DM Sans SemiBold"/>
              <a:buNone/>
              <a:defRPr>
                <a:latin typeface="DM Sans SemiBold"/>
                <a:ea typeface="DM Sans SemiBold"/>
                <a:cs typeface="DM Sans SemiBold"/>
                <a:sym typeface="DM Sans SemiBold"/>
              </a:defRPr>
            </a:lvl4pPr>
            <a:lvl5pPr lvl="4" algn="ctr">
              <a:spcBef>
                <a:spcPts val="0"/>
              </a:spcBef>
              <a:spcAft>
                <a:spcPts val="0"/>
              </a:spcAft>
              <a:buSzPts val="1200"/>
              <a:buFont typeface="DM Sans SemiBold"/>
              <a:buNone/>
              <a:defRPr>
                <a:latin typeface="DM Sans SemiBold"/>
                <a:ea typeface="DM Sans SemiBold"/>
                <a:cs typeface="DM Sans SemiBold"/>
                <a:sym typeface="DM Sans SemiBold"/>
              </a:defRPr>
            </a:lvl5pPr>
            <a:lvl6pPr lvl="5" algn="ctr">
              <a:spcBef>
                <a:spcPts val="0"/>
              </a:spcBef>
              <a:spcAft>
                <a:spcPts val="0"/>
              </a:spcAft>
              <a:buSzPts val="1200"/>
              <a:buFont typeface="DM Sans SemiBold"/>
              <a:buNone/>
              <a:defRPr>
                <a:latin typeface="DM Sans SemiBold"/>
                <a:ea typeface="DM Sans SemiBold"/>
                <a:cs typeface="DM Sans SemiBold"/>
                <a:sym typeface="DM Sans SemiBold"/>
              </a:defRPr>
            </a:lvl6pPr>
            <a:lvl7pPr lvl="6" algn="ctr">
              <a:spcBef>
                <a:spcPts val="0"/>
              </a:spcBef>
              <a:spcAft>
                <a:spcPts val="0"/>
              </a:spcAft>
              <a:buSzPts val="1200"/>
              <a:buFont typeface="DM Sans SemiBold"/>
              <a:buNone/>
              <a:defRPr>
                <a:latin typeface="DM Sans SemiBold"/>
                <a:ea typeface="DM Sans SemiBold"/>
                <a:cs typeface="DM Sans SemiBold"/>
                <a:sym typeface="DM Sans SemiBold"/>
              </a:defRPr>
            </a:lvl7pPr>
            <a:lvl8pPr lvl="7" algn="ctr">
              <a:spcBef>
                <a:spcPts val="0"/>
              </a:spcBef>
              <a:spcAft>
                <a:spcPts val="0"/>
              </a:spcAft>
              <a:buSzPts val="1200"/>
              <a:buFont typeface="DM Sans SemiBold"/>
              <a:buNone/>
              <a:defRPr>
                <a:latin typeface="DM Sans SemiBold"/>
                <a:ea typeface="DM Sans SemiBold"/>
                <a:cs typeface="DM Sans SemiBold"/>
                <a:sym typeface="DM Sans SemiBold"/>
              </a:defRPr>
            </a:lvl8pPr>
            <a:lvl9pPr lvl="8" algn="ctr">
              <a:spcBef>
                <a:spcPts val="0"/>
              </a:spcBef>
              <a:spcAft>
                <a:spcPts val="0"/>
              </a:spcAft>
              <a:buSzPts val="1200"/>
              <a:buFont typeface="DM Sans SemiBold"/>
              <a:buNone/>
              <a:defRPr>
                <a:latin typeface="DM Sans SemiBold"/>
                <a:ea typeface="DM Sans SemiBold"/>
                <a:cs typeface="DM Sans SemiBold"/>
                <a:sym typeface="DM Sans SemiBold"/>
              </a:defRPr>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Phone Blank">
  <p:cSld name="TITLE_1_1_1_1_1_1_1">
    <p:spTree>
      <p:nvGrpSpPr>
        <p:cNvPr id="257" name="Shape 257"/>
        <p:cNvGrpSpPr/>
        <p:nvPr/>
      </p:nvGrpSpPr>
      <p:grpSpPr>
        <a:xfrm>
          <a:off x="0" y="0"/>
          <a:ext cx="0" cy="0"/>
          <a:chOff x="0" y="0"/>
          <a:chExt cx="0" cy="0"/>
        </a:xfrm>
      </p:grpSpPr>
      <p:sp>
        <p:nvSpPr>
          <p:cNvPr id="258" name="Google Shape;258;p34"/>
          <p:cNvSpPr/>
          <p:nvPr/>
        </p:nvSpPr>
        <p:spPr>
          <a:xfrm>
            <a:off x="4830625" y="579550"/>
            <a:ext cx="3188700" cy="6824700"/>
          </a:xfrm>
          <a:prstGeom prst="roundRect">
            <a:avLst>
              <a:gd fmla="val 16566"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259" name="Google Shape;259;p34"/>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0" name="Google Shape;260;p34"/>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61" name="Google Shape;261;p34"/>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62" name="Google Shape;262;p34"/>
          <p:cNvSpPr txBox="1"/>
          <p:nvPr>
            <p:ph type="title"/>
          </p:nvPr>
        </p:nvSpPr>
        <p:spPr>
          <a:xfrm>
            <a:off x="708600" y="1371600"/>
            <a:ext cx="3441600" cy="912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SzPts val="3000"/>
              <a:buFont typeface="Lexend"/>
              <a:buNone/>
              <a:defRPr sz="3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3" name="Google Shape;263;p34"/>
          <p:cNvSpPr txBox="1"/>
          <p:nvPr>
            <p:ph idx="3" type="body"/>
          </p:nvPr>
        </p:nvSpPr>
        <p:spPr>
          <a:xfrm>
            <a:off x="708600" y="2414025"/>
            <a:ext cx="3294300" cy="113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sp>
        <p:nvSpPr>
          <p:cNvPr id="264" name="Google Shape;264;p34"/>
          <p:cNvSpPr/>
          <p:nvPr/>
        </p:nvSpPr>
        <p:spPr>
          <a:xfrm>
            <a:off x="4625575" y="4726725"/>
            <a:ext cx="3598800" cy="4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cxnSp>
        <p:nvCxnSpPr>
          <p:cNvPr id="265" name="Google Shape;265;p34"/>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Phone with Image">
  <p:cSld name="TITLE_1_1_1_1_1_1_1_1">
    <p:spTree>
      <p:nvGrpSpPr>
        <p:cNvPr id="266" name="Shape 266"/>
        <p:cNvGrpSpPr/>
        <p:nvPr/>
      </p:nvGrpSpPr>
      <p:grpSpPr>
        <a:xfrm>
          <a:off x="0" y="0"/>
          <a:ext cx="0" cy="0"/>
          <a:chOff x="0" y="0"/>
          <a:chExt cx="0" cy="0"/>
        </a:xfrm>
      </p:grpSpPr>
      <p:sp>
        <p:nvSpPr>
          <p:cNvPr id="267" name="Google Shape;267;p35"/>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8" name="Google Shape;268;p35"/>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69" name="Google Shape;269;p35"/>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70" name="Google Shape;270;p35"/>
          <p:cNvSpPr txBox="1"/>
          <p:nvPr>
            <p:ph type="title"/>
          </p:nvPr>
        </p:nvSpPr>
        <p:spPr>
          <a:xfrm>
            <a:off x="708600" y="1371600"/>
            <a:ext cx="3441600" cy="9120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SzPts val="3000"/>
              <a:buFont typeface="Lexend"/>
              <a:buNone/>
              <a:defRPr sz="30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1" name="Google Shape;271;p35"/>
          <p:cNvSpPr txBox="1"/>
          <p:nvPr>
            <p:ph idx="3" type="body"/>
          </p:nvPr>
        </p:nvSpPr>
        <p:spPr>
          <a:xfrm>
            <a:off x="708600" y="2414025"/>
            <a:ext cx="3294300" cy="113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DM Sans"/>
              <a:buChar char="●"/>
              <a:defRPr/>
            </a:lvl1pPr>
            <a:lvl2pPr indent="-304800" lvl="1" marL="914400">
              <a:spcBef>
                <a:spcPts val="0"/>
              </a:spcBef>
              <a:spcAft>
                <a:spcPts val="0"/>
              </a:spcAft>
              <a:buSzPts val="1200"/>
              <a:buFont typeface="DM Sans"/>
              <a:buChar char="○"/>
              <a:defRPr/>
            </a:lvl2pPr>
            <a:lvl3pPr indent="-304800" lvl="2" marL="1371600">
              <a:spcBef>
                <a:spcPts val="0"/>
              </a:spcBef>
              <a:spcAft>
                <a:spcPts val="0"/>
              </a:spcAft>
              <a:buSzPts val="1200"/>
              <a:buFont typeface="DM Sans"/>
              <a:buChar char="■"/>
              <a:defRPr/>
            </a:lvl3pPr>
            <a:lvl4pPr indent="-304800" lvl="3" marL="1828800">
              <a:spcBef>
                <a:spcPts val="0"/>
              </a:spcBef>
              <a:spcAft>
                <a:spcPts val="0"/>
              </a:spcAft>
              <a:buSzPts val="1200"/>
              <a:buFont typeface="DM Sans"/>
              <a:buChar char="●"/>
              <a:defRPr/>
            </a:lvl4pPr>
            <a:lvl5pPr indent="-304800" lvl="4" marL="2286000">
              <a:spcBef>
                <a:spcPts val="0"/>
              </a:spcBef>
              <a:spcAft>
                <a:spcPts val="0"/>
              </a:spcAft>
              <a:buSzPts val="1200"/>
              <a:buFont typeface="DM Sans"/>
              <a:buChar char="○"/>
              <a:defRPr/>
            </a:lvl5pPr>
            <a:lvl6pPr indent="-304800" lvl="5" marL="2743200">
              <a:spcBef>
                <a:spcPts val="0"/>
              </a:spcBef>
              <a:spcAft>
                <a:spcPts val="0"/>
              </a:spcAft>
              <a:buSzPts val="1200"/>
              <a:buFont typeface="DM Sans"/>
              <a:buChar char="■"/>
              <a:defRPr/>
            </a:lvl6pPr>
            <a:lvl7pPr indent="-304800" lvl="6" marL="3200400">
              <a:spcBef>
                <a:spcPts val="0"/>
              </a:spcBef>
              <a:spcAft>
                <a:spcPts val="0"/>
              </a:spcAft>
              <a:buSzPts val="1200"/>
              <a:buFont typeface="DM Sans"/>
              <a:buChar char="●"/>
              <a:defRPr/>
            </a:lvl7pPr>
            <a:lvl8pPr indent="-304800" lvl="7" marL="3657600">
              <a:spcBef>
                <a:spcPts val="0"/>
              </a:spcBef>
              <a:spcAft>
                <a:spcPts val="0"/>
              </a:spcAft>
              <a:buSzPts val="1200"/>
              <a:buFont typeface="DM Sans"/>
              <a:buChar char="○"/>
              <a:defRPr/>
            </a:lvl8pPr>
            <a:lvl9pPr indent="-304800" lvl="8" marL="4114800">
              <a:spcBef>
                <a:spcPts val="0"/>
              </a:spcBef>
              <a:spcAft>
                <a:spcPts val="0"/>
              </a:spcAft>
              <a:buSzPts val="1200"/>
              <a:buFont typeface="DM Sans"/>
              <a:buChar char="■"/>
              <a:defRPr/>
            </a:lvl9pPr>
          </a:lstStyle>
          <a:p/>
        </p:txBody>
      </p:sp>
      <p:cxnSp>
        <p:nvCxnSpPr>
          <p:cNvPr id="272" name="Google Shape;272;p35"/>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73" name="Google Shape;273;p35"/>
          <p:cNvSpPr/>
          <p:nvPr>
            <p:ph idx="4" type="pic"/>
          </p:nvPr>
        </p:nvSpPr>
        <p:spPr>
          <a:xfrm>
            <a:off x="4839625" y="589800"/>
            <a:ext cx="3169800" cy="6802500"/>
          </a:xfrm>
          <a:prstGeom prst="roundRect">
            <a:avLst>
              <a:gd fmla="val 16574" name="adj"/>
            </a:avLst>
          </a:prstGeom>
          <a:noFill/>
          <a:ln cap="flat" cmpd="sng" w="19050">
            <a:solidFill>
              <a:schemeClr val="dk1"/>
            </a:solidFill>
            <a:prstDash val="solid"/>
            <a:round/>
            <a:headEnd len="sm" w="sm" type="none"/>
            <a:tailEnd len="sm" w="sm" type="none"/>
          </a:ln>
        </p:spPr>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 Library">
  <p:cSld name="TITLE_1_1_1_1_1_1_1_1_1">
    <p:spTree>
      <p:nvGrpSpPr>
        <p:cNvPr id="274" name="Shape 274"/>
        <p:cNvGrpSpPr/>
        <p:nvPr/>
      </p:nvGrpSpPr>
      <p:grpSpPr>
        <a:xfrm>
          <a:off x="0" y="0"/>
          <a:ext cx="0" cy="0"/>
          <a:chOff x="0" y="0"/>
          <a:chExt cx="0" cy="0"/>
        </a:xfrm>
      </p:grpSpPr>
      <p:sp>
        <p:nvSpPr>
          <p:cNvPr id="275" name="Google Shape;275;p36"/>
          <p:cNvSpPr/>
          <p:nvPr>
            <p:ph idx="2" type="pic"/>
          </p:nvPr>
        </p:nvSpPr>
        <p:spPr>
          <a:xfrm>
            <a:off x="4506725" y="1592725"/>
            <a:ext cx="4389000" cy="2724900"/>
          </a:xfrm>
          <a:prstGeom prst="roundRect">
            <a:avLst>
              <a:gd fmla="val 7298" name="adj"/>
            </a:avLst>
          </a:prstGeom>
          <a:noFill/>
          <a:ln cap="flat" cmpd="sng" w="19050">
            <a:solidFill>
              <a:schemeClr val="dk1"/>
            </a:solidFill>
            <a:prstDash val="solid"/>
            <a:round/>
            <a:headEnd len="sm" w="sm" type="none"/>
            <a:tailEnd len="sm" w="sm" type="none"/>
          </a:ln>
        </p:spPr>
      </p:sp>
      <p:sp>
        <p:nvSpPr>
          <p:cNvPr id="276" name="Google Shape;276;p36"/>
          <p:cNvSpPr/>
          <p:nvPr>
            <p:ph idx="3" type="pic"/>
          </p:nvPr>
        </p:nvSpPr>
        <p:spPr>
          <a:xfrm>
            <a:off x="2058025" y="1592725"/>
            <a:ext cx="1947600" cy="2724900"/>
          </a:xfrm>
          <a:prstGeom prst="roundRect">
            <a:avLst>
              <a:gd fmla="val 8007" name="adj"/>
            </a:avLst>
          </a:prstGeom>
          <a:noFill/>
          <a:ln cap="flat" cmpd="sng" w="19050">
            <a:solidFill>
              <a:schemeClr val="dk1"/>
            </a:solidFill>
            <a:prstDash val="solid"/>
            <a:round/>
            <a:headEnd len="sm" w="sm" type="none"/>
            <a:tailEnd len="sm" w="sm" type="none"/>
          </a:ln>
        </p:spPr>
      </p:sp>
      <p:sp>
        <p:nvSpPr>
          <p:cNvPr id="277" name="Google Shape;277;p36"/>
          <p:cNvSpPr/>
          <p:nvPr>
            <p:ph idx="4" type="pic"/>
          </p:nvPr>
        </p:nvSpPr>
        <p:spPr>
          <a:xfrm>
            <a:off x="244425" y="1592725"/>
            <a:ext cx="1312500" cy="2724900"/>
          </a:xfrm>
          <a:prstGeom prst="roundRect">
            <a:avLst>
              <a:gd fmla="val 16574" name="adj"/>
            </a:avLst>
          </a:prstGeom>
          <a:noFill/>
          <a:ln cap="flat" cmpd="sng" w="19050">
            <a:solidFill>
              <a:schemeClr val="dk1"/>
            </a:solidFill>
            <a:prstDash val="solid"/>
            <a:round/>
            <a:headEnd len="sm" w="sm" type="none"/>
            <a:tailEnd len="sm" w="sm" type="none"/>
          </a:ln>
        </p:spPr>
      </p:sp>
      <p:sp>
        <p:nvSpPr>
          <p:cNvPr id="278" name="Google Shape;278;p36"/>
          <p:cNvSpPr txBox="1"/>
          <p:nvPr/>
        </p:nvSpPr>
        <p:spPr>
          <a:xfrm>
            <a:off x="244424" y="1093100"/>
            <a:ext cx="1312500" cy="3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Phone</a:t>
            </a:r>
            <a:endParaRPr/>
          </a:p>
        </p:txBody>
      </p:sp>
      <p:sp>
        <p:nvSpPr>
          <p:cNvPr id="279" name="Google Shape;279;p36"/>
          <p:cNvSpPr txBox="1"/>
          <p:nvPr/>
        </p:nvSpPr>
        <p:spPr>
          <a:xfrm>
            <a:off x="2047975" y="1093100"/>
            <a:ext cx="1967700" cy="3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Tablet</a:t>
            </a:r>
            <a:endParaRPr/>
          </a:p>
        </p:txBody>
      </p:sp>
      <p:sp>
        <p:nvSpPr>
          <p:cNvPr id="280" name="Google Shape;280;p36"/>
          <p:cNvSpPr txBox="1"/>
          <p:nvPr/>
        </p:nvSpPr>
        <p:spPr>
          <a:xfrm>
            <a:off x="4506725" y="1093100"/>
            <a:ext cx="4410000" cy="3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Desktop</a:t>
            </a:r>
            <a:endParaRPr/>
          </a:p>
        </p:txBody>
      </p:sp>
      <p:cxnSp>
        <p:nvCxnSpPr>
          <p:cNvPr id="281" name="Google Shape;281;p36"/>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82" name="Google Shape;282;p36"/>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3" name="Google Shape;283;p36"/>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84" name="Google Shape;284;p36"/>
          <p:cNvSpPr txBox="1"/>
          <p:nvPr>
            <p:ph idx="5"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 Library - No Images">
  <p:cSld name="TITLE_1_1_1_1_1_1_1_1_1_1">
    <p:spTree>
      <p:nvGrpSpPr>
        <p:cNvPr id="285" name="Shape 285"/>
        <p:cNvGrpSpPr/>
        <p:nvPr/>
      </p:nvGrpSpPr>
      <p:grpSpPr>
        <a:xfrm>
          <a:off x="0" y="0"/>
          <a:ext cx="0" cy="0"/>
          <a:chOff x="0" y="0"/>
          <a:chExt cx="0" cy="0"/>
        </a:xfrm>
      </p:grpSpPr>
      <p:sp>
        <p:nvSpPr>
          <p:cNvPr id="286" name="Google Shape;286;p37"/>
          <p:cNvSpPr txBox="1"/>
          <p:nvPr/>
        </p:nvSpPr>
        <p:spPr>
          <a:xfrm>
            <a:off x="244424" y="1093100"/>
            <a:ext cx="1312500" cy="3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Phone</a:t>
            </a:r>
            <a:endParaRPr/>
          </a:p>
        </p:txBody>
      </p:sp>
      <p:sp>
        <p:nvSpPr>
          <p:cNvPr id="287" name="Google Shape;287;p37"/>
          <p:cNvSpPr txBox="1"/>
          <p:nvPr/>
        </p:nvSpPr>
        <p:spPr>
          <a:xfrm>
            <a:off x="2047950" y="1093100"/>
            <a:ext cx="1967700" cy="3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Tablet</a:t>
            </a:r>
            <a:endParaRPr/>
          </a:p>
        </p:txBody>
      </p:sp>
      <p:sp>
        <p:nvSpPr>
          <p:cNvPr id="288" name="Google Shape;288;p37"/>
          <p:cNvSpPr txBox="1"/>
          <p:nvPr/>
        </p:nvSpPr>
        <p:spPr>
          <a:xfrm>
            <a:off x="4506675" y="1093100"/>
            <a:ext cx="4410000" cy="30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Desktop</a:t>
            </a:r>
            <a:endParaRPr/>
          </a:p>
        </p:txBody>
      </p:sp>
      <p:cxnSp>
        <p:nvCxnSpPr>
          <p:cNvPr id="289" name="Google Shape;289;p37"/>
          <p:cNvCxnSpPr/>
          <p:nvPr/>
        </p:nvCxnSpPr>
        <p:spPr>
          <a:xfrm>
            <a:off x="245938" y="4726725"/>
            <a:ext cx="8670900" cy="0"/>
          </a:xfrm>
          <a:prstGeom prst="straightConnector1">
            <a:avLst/>
          </a:prstGeom>
          <a:noFill/>
          <a:ln cap="flat" cmpd="sng" w="9525">
            <a:solidFill>
              <a:schemeClr val="dk1"/>
            </a:solidFill>
            <a:prstDash val="solid"/>
            <a:round/>
            <a:headEnd len="med" w="med" type="none"/>
            <a:tailEnd len="med" w="med" type="none"/>
          </a:ln>
        </p:spPr>
      </p:cxnSp>
      <p:sp>
        <p:nvSpPr>
          <p:cNvPr id="290" name="Google Shape;290;p37"/>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91" name="Google Shape;291;p37"/>
          <p:cNvSpPr txBox="1"/>
          <p:nvPr>
            <p:ph idx="1" type="body"/>
          </p:nvPr>
        </p:nvSpPr>
        <p:spPr>
          <a:xfrm>
            <a:off x="2657270"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92" name="Google Shape;292;p37"/>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Tree>
  </p:cSld>
  <p:clrMapOvr>
    <a:masterClrMapping/>
  </p:clrMapOvr>
  <p:extLst>
    <p:ext uri="{DCECCB84-F9BA-43D5-87BE-67443E8EF086}">
      <p15:sldGuideLst>
        <p15:guide id="1" pos="154">
          <p15:clr>
            <a:srgbClr val="E46962"/>
          </p15:clr>
        </p15:guide>
        <p15:guide id="2" pos="5617">
          <p15:clr>
            <a:srgbClr val="E46962"/>
          </p15:clr>
        </p15:guide>
        <p15:guide id="3" orient="horz" pos="216">
          <p15:clr>
            <a:srgbClr val="E46962"/>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theme" Target="../theme/theme1.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09800" y="108525"/>
            <a:ext cx="8806800" cy="2278800"/>
          </a:xfrm>
          <a:prstGeom prst="rect">
            <a:avLst/>
          </a:prstGeom>
          <a:noFill/>
          <a:ln>
            <a:noFill/>
          </a:ln>
        </p:spPr>
        <p:txBody>
          <a:bodyPr anchorCtr="0" anchor="t" bIns="91425" lIns="91425" spcFirstLastPara="1" rIns="91425" wrap="square" tIns="91425">
            <a:noAutofit/>
          </a:bodyPr>
          <a:lstStyle>
            <a:lvl1pPr lvl="0">
              <a:lnSpc>
                <a:spcPct val="80000"/>
              </a:lnSpc>
              <a:spcBef>
                <a:spcPts val="0"/>
              </a:spcBef>
              <a:spcAft>
                <a:spcPts val="0"/>
              </a:spcAft>
              <a:buClr>
                <a:schemeClr val="dk1"/>
              </a:buClr>
              <a:buSzPts val="7000"/>
              <a:buFont typeface="Lexend Medium"/>
              <a:buNone/>
              <a:defRPr sz="7000">
                <a:solidFill>
                  <a:schemeClr val="dk1"/>
                </a:solidFill>
                <a:latin typeface="Lexend Medium"/>
                <a:ea typeface="Lexend Medium"/>
                <a:cs typeface="Lexend Medium"/>
                <a:sym typeface="Lexend Medium"/>
              </a:defRPr>
            </a:lvl1pPr>
            <a:lvl2pPr lvl="1">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2pPr>
            <a:lvl3pPr lvl="2">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3pPr>
            <a:lvl4pPr lvl="3">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4pPr>
            <a:lvl5pPr lvl="4">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5pPr>
            <a:lvl6pPr lvl="5">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6pPr>
            <a:lvl7pPr lvl="6">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7pPr>
            <a:lvl8pPr lvl="7">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8pPr>
            <a:lvl9pPr lvl="8">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9pPr>
          </a:lstStyle>
          <a:p/>
        </p:txBody>
      </p:sp>
      <p:sp>
        <p:nvSpPr>
          <p:cNvPr id="7" name="Google Shape;7;p1"/>
          <p:cNvSpPr txBox="1"/>
          <p:nvPr>
            <p:ph idx="1" type="body"/>
          </p:nvPr>
        </p:nvSpPr>
        <p:spPr>
          <a:xfrm>
            <a:off x="109800" y="2829950"/>
            <a:ext cx="8520600" cy="1978800"/>
          </a:xfrm>
          <a:prstGeom prst="rect">
            <a:avLst/>
          </a:prstGeom>
          <a:noFill/>
          <a:ln>
            <a:noFill/>
          </a:ln>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1pPr>
            <a:lvl2pPr indent="-304800" lvl="1" marL="9144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2pPr>
            <a:lvl3pPr indent="-304800" lvl="2" marL="13716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3pPr>
            <a:lvl4pPr indent="-304800" lvl="3" marL="18288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4pPr>
            <a:lvl5pPr indent="-304800" lvl="4" marL="22860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5pPr>
            <a:lvl6pPr indent="-304800" lvl="5" marL="27432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6pPr>
            <a:lvl7pPr indent="-304800" lvl="6" marL="32004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7pPr>
            <a:lvl8pPr indent="-304800" lvl="7" marL="36576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8pPr>
            <a:lvl9pPr indent="-304800" lvl="8" marL="4114800">
              <a:lnSpc>
                <a:spcPct val="115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9pPr>
          </a:lstStyle>
          <a:p/>
        </p:txBody>
      </p:sp>
      <p:sp>
        <p:nvSpPr>
          <p:cNvPr id="8" name="Google Shape;8;p1"/>
          <p:cNvSpPr txBox="1"/>
          <p:nvPr>
            <p:ph idx="12" type="sldNum"/>
          </p:nvPr>
        </p:nvSpPr>
        <p:spPr>
          <a:xfrm>
            <a:off x="8461460" y="4726725"/>
            <a:ext cx="548700" cy="309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DM Sans"/>
                <a:ea typeface="DM Sans"/>
                <a:cs typeface="DM Sans"/>
                <a:sym typeface="DM Sans"/>
              </a:defRPr>
            </a:lvl1pPr>
            <a:lvl2pPr lvl="1" rtl="0" algn="r">
              <a:buNone/>
              <a:defRPr sz="900">
                <a:solidFill>
                  <a:schemeClr val="dk1"/>
                </a:solidFill>
                <a:latin typeface="DM Sans"/>
                <a:ea typeface="DM Sans"/>
                <a:cs typeface="DM Sans"/>
                <a:sym typeface="DM Sans"/>
              </a:defRPr>
            </a:lvl2pPr>
            <a:lvl3pPr lvl="2" rtl="0" algn="r">
              <a:buNone/>
              <a:defRPr sz="900">
                <a:solidFill>
                  <a:schemeClr val="dk1"/>
                </a:solidFill>
                <a:latin typeface="DM Sans"/>
                <a:ea typeface="DM Sans"/>
                <a:cs typeface="DM Sans"/>
                <a:sym typeface="DM Sans"/>
              </a:defRPr>
            </a:lvl3pPr>
            <a:lvl4pPr lvl="3" rtl="0" algn="r">
              <a:buNone/>
              <a:defRPr sz="900">
                <a:solidFill>
                  <a:schemeClr val="dk1"/>
                </a:solidFill>
                <a:latin typeface="DM Sans"/>
                <a:ea typeface="DM Sans"/>
                <a:cs typeface="DM Sans"/>
                <a:sym typeface="DM Sans"/>
              </a:defRPr>
            </a:lvl4pPr>
            <a:lvl5pPr lvl="4" rtl="0" algn="r">
              <a:buNone/>
              <a:defRPr sz="900">
                <a:solidFill>
                  <a:schemeClr val="dk1"/>
                </a:solidFill>
                <a:latin typeface="DM Sans"/>
                <a:ea typeface="DM Sans"/>
                <a:cs typeface="DM Sans"/>
                <a:sym typeface="DM Sans"/>
              </a:defRPr>
            </a:lvl5pPr>
            <a:lvl6pPr lvl="5" rtl="0" algn="r">
              <a:buNone/>
              <a:defRPr sz="900">
                <a:solidFill>
                  <a:schemeClr val="dk1"/>
                </a:solidFill>
                <a:latin typeface="DM Sans"/>
                <a:ea typeface="DM Sans"/>
                <a:cs typeface="DM Sans"/>
                <a:sym typeface="DM Sans"/>
              </a:defRPr>
            </a:lvl6pPr>
            <a:lvl7pPr lvl="6" rtl="0" algn="r">
              <a:buNone/>
              <a:defRPr sz="900">
                <a:solidFill>
                  <a:schemeClr val="dk1"/>
                </a:solidFill>
                <a:latin typeface="DM Sans"/>
                <a:ea typeface="DM Sans"/>
                <a:cs typeface="DM Sans"/>
                <a:sym typeface="DM Sans"/>
              </a:defRPr>
            </a:lvl7pPr>
            <a:lvl8pPr lvl="7" rtl="0" algn="r">
              <a:buNone/>
              <a:defRPr sz="900">
                <a:solidFill>
                  <a:schemeClr val="dk1"/>
                </a:solidFill>
                <a:latin typeface="DM Sans"/>
                <a:ea typeface="DM Sans"/>
                <a:cs typeface="DM Sans"/>
                <a:sym typeface="DM Sans"/>
              </a:defRPr>
            </a:lvl8pPr>
            <a:lvl9pPr lvl="8" rtl="0" algn="r">
              <a:buNone/>
              <a:defRPr sz="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8"/>
          <p:cNvSpPr txBox="1"/>
          <p:nvPr>
            <p:ph type="title"/>
          </p:nvPr>
        </p:nvSpPr>
        <p:spPr>
          <a:xfrm>
            <a:off x="152600" y="1369050"/>
            <a:ext cx="5668500" cy="24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Emma Moore  </a:t>
            </a:r>
            <a:r>
              <a:rPr lang="en" sz="2400"/>
              <a:t>Human-Centered Research &amp; Strategy Portfolio Snapshot</a:t>
            </a:r>
            <a:endParaRPr sz="2400"/>
          </a:p>
        </p:txBody>
      </p:sp>
      <p:sp>
        <p:nvSpPr>
          <p:cNvPr id="298" name="Google Shape;298;p38"/>
          <p:cNvSpPr txBox="1"/>
          <p:nvPr>
            <p:ph idx="1" type="subTitle"/>
          </p:nvPr>
        </p:nvSpPr>
        <p:spPr>
          <a:xfrm>
            <a:off x="152600" y="382267"/>
            <a:ext cx="4074600" cy="65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Turning complex, regulated systems into clear, predictable experiences.</a:t>
            </a:r>
            <a:endParaRPr/>
          </a:p>
        </p:txBody>
      </p:sp>
      <p:sp>
        <p:nvSpPr>
          <p:cNvPr id="299" name="Google Shape;299;p38"/>
          <p:cNvSpPr txBox="1"/>
          <p:nvPr>
            <p:ph idx="3" type="body"/>
          </p:nvPr>
        </p:nvSpPr>
        <p:spPr>
          <a:xfrm>
            <a:off x="155625" y="4726725"/>
            <a:ext cx="14928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Winter 2025</a:t>
            </a:r>
            <a:endParaRPr/>
          </a:p>
        </p:txBody>
      </p:sp>
      <p:sp>
        <p:nvSpPr>
          <p:cNvPr id="300" name="Google Shape;300;p38"/>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1" name="Google Shape;301;p38"/>
          <p:cNvSpPr txBox="1"/>
          <p:nvPr>
            <p:ph idx="1" type="subTitle"/>
          </p:nvPr>
        </p:nvSpPr>
        <p:spPr>
          <a:xfrm>
            <a:off x="152600" y="4306821"/>
            <a:ext cx="7820400" cy="40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Mixed-methods research | Multi-team alignment | System modernization</a:t>
            </a: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9"/>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7" name="Google Shape;307;p39"/>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Winter 2025</a:t>
            </a:r>
            <a:endParaRPr/>
          </a:p>
        </p:txBody>
      </p:sp>
      <p:sp>
        <p:nvSpPr>
          <p:cNvPr id="308" name="Google Shape;308;p39"/>
          <p:cNvSpPr txBox="1"/>
          <p:nvPr>
            <p:ph type="title"/>
          </p:nvPr>
        </p:nvSpPr>
        <p:spPr>
          <a:xfrm>
            <a:off x="146450" y="186951"/>
            <a:ext cx="4506900" cy="186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Designing for Large, Regulated Ecosystems</a:t>
            </a:r>
            <a:endParaRPr/>
          </a:p>
        </p:txBody>
      </p:sp>
      <p:sp>
        <p:nvSpPr>
          <p:cNvPr id="309" name="Google Shape;309;p39"/>
          <p:cNvSpPr txBox="1"/>
          <p:nvPr>
            <p:ph idx="3" type="body"/>
          </p:nvPr>
        </p:nvSpPr>
        <p:spPr>
          <a:xfrm>
            <a:off x="5028550" y="230050"/>
            <a:ext cx="3538200" cy="1739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Across NSF, NIH, and FDA, I worked in environments where complexity, policy constraints, and legacy systems made clarity difficult for both users and internal teams. My work focuses on uncovering what truly matters, removing friction, and guiding stakeholders toward aligned, user-centered decisions.</a:t>
            </a:r>
            <a:endParaRPr/>
          </a:p>
        </p:txBody>
      </p:sp>
      <p:pic>
        <p:nvPicPr>
          <p:cNvPr id="310" name="Google Shape;310;p39" title="Screen Shot 2025-12-09 at 9.06.41 AM.png"/>
          <p:cNvPicPr preferRelativeResize="0"/>
          <p:nvPr/>
        </p:nvPicPr>
        <p:blipFill>
          <a:blip r:embed="rId3">
            <a:alphaModFix/>
          </a:blip>
          <a:stretch>
            <a:fillRect/>
          </a:stretch>
        </p:blipFill>
        <p:spPr>
          <a:xfrm>
            <a:off x="403250" y="2577475"/>
            <a:ext cx="2633775" cy="2058500"/>
          </a:xfrm>
          <a:prstGeom prst="rect">
            <a:avLst/>
          </a:prstGeom>
          <a:noFill/>
          <a:ln>
            <a:noFill/>
          </a:ln>
        </p:spPr>
      </p:pic>
      <p:pic>
        <p:nvPicPr>
          <p:cNvPr id="311" name="Google Shape;311;p39" title="Screen Shot 2025-12-09 at 9.06.58 AM.png"/>
          <p:cNvPicPr preferRelativeResize="0"/>
          <p:nvPr/>
        </p:nvPicPr>
        <p:blipFill rotWithShape="1">
          <a:blip r:embed="rId4">
            <a:alphaModFix/>
          </a:blip>
          <a:srcRect b="0" l="0" r="34167" t="0"/>
          <a:stretch/>
        </p:blipFill>
        <p:spPr>
          <a:xfrm>
            <a:off x="1516900" y="2096375"/>
            <a:ext cx="2721625" cy="2153125"/>
          </a:xfrm>
          <a:prstGeom prst="rect">
            <a:avLst/>
          </a:prstGeom>
          <a:noFill/>
          <a:ln>
            <a:noFill/>
          </a:ln>
        </p:spPr>
      </p:pic>
      <p:pic>
        <p:nvPicPr>
          <p:cNvPr id="312" name="Google Shape;312;p39" title="Screen Shot 2025-12-09 at 9.12.00 AM.png"/>
          <p:cNvPicPr preferRelativeResize="0"/>
          <p:nvPr/>
        </p:nvPicPr>
        <p:blipFill>
          <a:blip r:embed="rId5">
            <a:alphaModFix/>
          </a:blip>
          <a:stretch>
            <a:fillRect/>
          </a:stretch>
        </p:blipFill>
        <p:spPr>
          <a:xfrm>
            <a:off x="5131637" y="1969150"/>
            <a:ext cx="2633775" cy="268605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0"/>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8" name="Google Shape;318;p40"/>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Winter 2025</a:t>
            </a:r>
            <a:endParaRPr/>
          </a:p>
        </p:txBody>
      </p:sp>
      <p:sp>
        <p:nvSpPr>
          <p:cNvPr id="319" name="Google Shape;319;p40"/>
          <p:cNvSpPr txBox="1"/>
          <p:nvPr>
            <p:ph type="title"/>
          </p:nvPr>
        </p:nvSpPr>
        <p:spPr>
          <a:xfrm>
            <a:off x="251400" y="196159"/>
            <a:ext cx="3441600" cy="142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How I Bring Clarity to Complexity</a:t>
            </a:r>
            <a:endParaRPr/>
          </a:p>
        </p:txBody>
      </p:sp>
      <p:sp>
        <p:nvSpPr>
          <p:cNvPr id="320" name="Google Shape;320;p40"/>
          <p:cNvSpPr txBox="1"/>
          <p:nvPr>
            <p:ph idx="3" type="body"/>
          </p:nvPr>
        </p:nvSpPr>
        <p:spPr>
          <a:xfrm>
            <a:off x="251400" y="1903434"/>
            <a:ext cx="3294300" cy="2181000"/>
          </a:xfrm>
          <a:prstGeom prst="rect">
            <a:avLst/>
          </a:prstGeom>
        </p:spPr>
        <p:txBody>
          <a:bodyPr anchorCtr="0" anchor="t" bIns="0" lIns="91425" spcFirstLastPara="1" rIns="91425" wrap="square" tIns="0">
            <a:noAutofit/>
          </a:bodyPr>
          <a:lstStyle/>
          <a:p>
            <a:pPr indent="-304800" lvl="0" marL="457200" rtl="0" algn="l">
              <a:spcBef>
                <a:spcPts val="0"/>
              </a:spcBef>
              <a:spcAft>
                <a:spcPts val="0"/>
              </a:spcAft>
              <a:buSzPts val="1200"/>
              <a:buChar char="●"/>
            </a:pPr>
            <a:r>
              <a:rPr lang="en"/>
              <a:t>Uncover needs through mixed-methods research</a:t>
            </a:r>
            <a:endParaRPr/>
          </a:p>
          <a:p>
            <a:pPr indent="-304800" lvl="0" marL="457200" rtl="0" algn="l">
              <a:spcBef>
                <a:spcPts val="0"/>
              </a:spcBef>
              <a:spcAft>
                <a:spcPts val="0"/>
              </a:spcAft>
              <a:buSzPts val="1200"/>
              <a:buChar char="●"/>
            </a:pPr>
            <a:r>
              <a:rPr lang="en"/>
              <a:t>Align stakeholders through actionable insights</a:t>
            </a:r>
            <a:endParaRPr/>
          </a:p>
          <a:p>
            <a:pPr indent="-304800" lvl="0" marL="457200" rtl="0" algn="l">
              <a:spcBef>
                <a:spcPts val="0"/>
              </a:spcBef>
              <a:spcAft>
                <a:spcPts val="0"/>
              </a:spcAft>
              <a:buSzPts val="1200"/>
              <a:buChar char="●"/>
            </a:pPr>
            <a:r>
              <a:rPr lang="en"/>
              <a:t>Translate policy + workflow constraints into clear requirements</a:t>
            </a:r>
            <a:endParaRPr/>
          </a:p>
          <a:p>
            <a:pPr indent="-304800" lvl="0" marL="457200" rtl="0" algn="l">
              <a:spcBef>
                <a:spcPts val="0"/>
              </a:spcBef>
              <a:spcAft>
                <a:spcPts val="0"/>
              </a:spcAft>
              <a:buSzPts val="1200"/>
              <a:buChar char="●"/>
            </a:pPr>
            <a:r>
              <a:rPr lang="en"/>
              <a:t>Build repeatable systems (ops, onboarding, templates)</a:t>
            </a:r>
            <a:endParaRPr/>
          </a:p>
          <a:p>
            <a:pPr indent="-304800" lvl="0" marL="457200" rtl="0" algn="l">
              <a:spcBef>
                <a:spcPts val="0"/>
              </a:spcBef>
              <a:spcAft>
                <a:spcPts val="0"/>
              </a:spcAft>
              <a:buSzPts val="1200"/>
              <a:buChar char="●"/>
            </a:pPr>
            <a:r>
              <a:rPr lang="en"/>
              <a:t>Support leadership with concise, decision-ready recommendations</a:t>
            </a:r>
            <a:endParaRPr/>
          </a:p>
        </p:txBody>
      </p:sp>
      <p:pic>
        <p:nvPicPr>
          <p:cNvPr id="321" name="Google Shape;321;p40" title="Screen Shot 2025-12-09 at 9.16.57 AM.png"/>
          <p:cNvPicPr preferRelativeResize="0"/>
          <p:nvPr/>
        </p:nvPicPr>
        <p:blipFill>
          <a:blip r:embed="rId3">
            <a:alphaModFix/>
          </a:blip>
          <a:stretch>
            <a:fillRect/>
          </a:stretch>
        </p:blipFill>
        <p:spPr>
          <a:xfrm>
            <a:off x="4000100" y="721000"/>
            <a:ext cx="3686501" cy="2375275"/>
          </a:xfrm>
          <a:prstGeom prst="rect">
            <a:avLst/>
          </a:prstGeom>
          <a:noFill/>
          <a:ln>
            <a:noFill/>
          </a:ln>
        </p:spPr>
      </p:pic>
      <p:pic>
        <p:nvPicPr>
          <p:cNvPr id="322" name="Google Shape;322;p40" title="Screen Shot 2025-12-09 at 9.19.44 AM.png"/>
          <p:cNvPicPr preferRelativeResize="0"/>
          <p:nvPr/>
        </p:nvPicPr>
        <p:blipFill>
          <a:blip r:embed="rId4">
            <a:alphaModFix/>
          </a:blip>
          <a:stretch>
            <a:fillRect/>
          </a:stretch>
        </p:blipFill>
        <p:spPr>
          <a:xfrm>
            <a:off x="4827225" y="2241500"/>
            <a:ext cx="3866744" cy="21809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1"/>
          <p:cNvSpPr txBox="1"/>
          <p:nvPr>
            <p:ph idx="1" type="body"/>
          </p:nvPr>
        </p:nvSpPr>
        <p:spPr>
          <a:xfrm>
            <a:off x="4989275" y="218925"/>
            <a:ext cx="3927600" cy="186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led research that surfaced critical workflow gaps, compliance risks, and unmet needs. The synthesis clarified which changes would deliver the greatest impact with the least disruption. </a:t>
            </a:r>
            <a:r>
              <a:rPr b="1" lang="en"/>
              <a:t>Impact</a:t>
            </a:r>
            <a:r>
              <a:rPr lang="en"/>
              <a:t>:</a:t>
            </a:r>
            <a:r>
              <a:rPr b="1" lang="en"/>
              <a:t>  </a:t>
            </a:r>
            <a:endParaRPr b="1"/>
          </a:p>
          <a:p>
            <a:pPr indent="-304800" lvl="0" marL="457200" rtl="0" algn="l">
              <a:spcBef>
                <a:spcPts val="1200"/>
              </a:spcBef>
              <a:spcAft>
                <a:spcPts val="0"/>
              </a:spcAft>
              <a:buSzPts val="1200"/>
              <a:buChar char="●"/>
            </a:pPr>
            <a:r>
              <a:rPr lang="en"/>
              <a:t>Reduced rework</a:t>
            </a:r>
            <a:endParaRPr/>
          </a:p>
          <a:p>
            <a:pPr indent="-304800" lvl="0" marL="457200" rtl="0" algn="l">
              <a:spcBef>
                <a:spcPts val="0"/>
              </a:spcBef>
              <a:spcAft>
                <a:spcPts val="0"/>
              </a:spcAft>
              <a:buSzPts val="1200"/>
              <a:buChar char="●"/>
            </a:pPr>
            <a:r>
              <a:rPr lang="en"/>
              <a:t>Informed product priorities</a:t>
            </a:r>
            <a:endParaRPr/>
          </a:p>
          <a:p>
            <a:pPr indent="-304800" lvl="0" marL="457200" rtl="0" algn="l">
              <a:spcBef>
                <a:spcPts val="0"/>
              </a:spcBef>
              <a:spcAft>
                <a:spcPts val="0"/>
              </a:spcAft>
              <a:buSzPts val="1200"/>
              <a:buChar char="●"/>
            </a:pPr>
            <a:r>
              <a:rPr lang="en"/>
              <a:t>Supported compliance-aligned decisions</a:t>
            </a:r>
            <a:endParaRPr/>
          </a:p>
        </p:txBody>
      </p:sp>
      <p:sp>
        <p:nvSpPr>
          <p:cNvPr id="328" name="Google Shape;328;p41"/>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9" name="Google Shape;329;p41"/>
          <p:cNvSpPr txBox="1"/>
          <p:nvPr>
            <p:ph idx="3" type="body"/>
          </p:nvPr>
        </p:nvSpPr>
        <p:spPr>
          <a:xfrm>
            <a:off x="155625" y="4726725"/>
            <a:ext cx="14928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Winter 2025</a:t>
            </a:r>
            <a:endParaRPr/>
          </a:p>
        </p:txBody>
      </p:sp>
      <p:sp>
        <p:nvSpPr>
          <p:cNvPr id="330" name="Google Shape;330;p41"/>
          <p:cNvSpPr txBox="1"/>
          <p:nvPr>
            <p:ph type="title"/>
          </p:nvPr>
        </p:nvSpPr>
        <p:spPr>
          <a:xfrm>
            <a:off x="146450" y="186950"/>
            <a:ext cx="4506900" cy="158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Transforming User Insights Into Direction</a:t>
            </a:r>
            <a:endParaRPr/>
          </a:p>
        </p:txBody>
      </p:sp>
      <p:grpSp>
        <p:nvGrpSpPr>
          <p:cNvPr id="331" name="Google Shape;331;p41"/>
          <p:cNvGrpSpPr/>
          <p:nvPr/>
        </p:nvGrpSpPr>
        <p:grpSpPr>
          <a:xfrm>
            <a:off x="600589" y="2165800"/>
            <a:ext cx="927514" cy="2159523"/>
            <a:chOff x="1307575" y="1662587"/>
            <a:chExt cx="1349700" cy="2904146"/>
          </a:xfrm>
        </p:grpSpPr>
        <p:sp>
          <p:nvSpPr>
            <p:cNvPr id="332" name="Google Shape;332;p41"/>
            <p:cNvSpPr/>
            <p:nvPr/>
          </p:nvSpPr>
          <p:spPr>
            <a:xfrm rot="3103096">
              <a:off x="1687731" y="3858224"/>
              <a:ext cx="589319" cy="589319"/>
            </a:xfrm>
            <a:prstGeom prst="rect">
              <a:avLst/>
            </a:prstGeom>
            <a:noFill/>
            <a:ln cap="flat" cmpd="sng" w="13075">
              <a:solidFill>
                <a:schemeClr val="dk1"/>
              </a:solidFill>
              <a:prstDash val="solid"/>
              <a:round/>
              <a:headEnd len="sm" w="sm" type="none"/>
              <a:tailEnd len="sm" w="sm" type="none"/>
            </a:ln>
          </p:spPr>
          <p:txBody>
            <a:bodyPr anchorCtr="0" anchor="ctr" bIns="62850" lIns="62850" spcFirstLastPara="1" rIns="62850" wrap="square" tIns="62850">
              <a:noAutofit/>
            </a:bodyPr>
            <a:lstStyle/>
            <a:p>
              <a:pPr indent="0" lvl="0" marL="0" rtl="0" algn="ctr">
                <a:spcBef>
                  <a:spcPts val="0"/>
                </a:spcBef>
                <a:spcAft>
                  <a:spcPts val="0"/>
                </a:spcAft>
                <a:buNone/>
              </a:pPr>
              <a:r>
                <a:t/>
              </a:r>
              <a:endParaRPr sz="962">
                <a:solidFill>
                  <a:schemeClr val="dk1"/>
                </a:solidFill>
              </a:endParaRPr>
            </a:p>
          </p:txBody>
        </p:sp>
        <p:sp>
          <p:nvSpPr>
            <p:cNvPr id="333" name="Google Shape;333;p41"/>
            <p:cNvSpPr/>
            <p:nvPr/>
          </p:nvSpPr>
          <p:spPr>
            <a:xfrm rot="-364041">
              <a:off x="1342390" y="3005950"/>
              <a:ext cx="1280071" cy="725576"/>
            </a:xfrm>
            <a:prstGeom prst="roundRect">
              <a:avLst>
                <a:gd fmla="val 8047" name="adj"/>
              </a:avLst>
            </a:prstGeom>
            <a:solidFill>
              <a:schemeClr val="accent1"/>
            </a:solidFill>
            <a:ln>
              <a:noFill/>
            </a:ln>
          </p:spPr>
          <p:txBody>
            <a:bodyPr anchorCtr="0" anchor="ctr" bIns="62850" lIns="62850" spcFirstLastPara="1" rIns="62850" wrap="square" tIns="62850">
              <a:noAutofit/>
            </a:bodyPr>
            <a:lstStyle/>
            <a:p>
              <a:pPr indent="0" lvl="0" marL="0" rtl="0" algn="ctr">
                <a:spcBef>
                  <a:spcPts val="0"/>
                </a:spcBef>
                <a:spcAft>
                  <a:spcPts val="0"/>
                </a:spcAft>
                <a:buNone/>
              </a:pPr>
              <a:r>
                <a:t/>
              </a:r>
              <a:endParaRPr sz="962">
                <a:solidFill>
                  <a:schemeClr val="dk1"/>
                </a:solidFill>
              </a:endParaRPr>
            </a:p>
          </p:txBody>
        </p:sp>
        <p:sp>
          <p:nvSpPr>
            <p:cNvPr id="334" name="Google Shape;334;p41"/>
            <p:cNvSpPr/>
            <p:nvPr/>
          </p:nvSpPr>
          <p:spPr>
            <a:xfrm rot="663531">
              <a:off x="1509219" y="1753432"/>
              <a:ext cx="1033797" cy="894710"/>
            </a:xfrm>
            <a:prstGeom prst="triangle">
              <a:avLst>
                <a:gd fmla="val 50000" name="adj"/>
              </a:avLst>
            </a:prstGeom>
            <a:solidFill>
              <a:schemeClr val="lt2"/>
            </a:solidFill>
            <a:ln>
              <a:noFill/>
            </a:ln>
          </p:spPr>
          <p:txBody>
            <a:bodyPr anchorCtr="0" anchor="ctr" bIns="62850" lIns="62850" spcFirstLastPara="1" rIns="62850" wrap="square" tIns="62850">
              <a:noAutofit/>
            </a:bodyPr>
            <a:lstStyle/>
            <a:p>
              <a:pPr indent="0" lvl="0" marL="0" rtl="0" algn="ctr">
                <a:spcBef>
                  <a:spcPts val="0"/>
                </a:spcBef>
                <a:spcAft>
                  <a:spcPts val="0"/>
                </a:spcAft>
                <a:buNone/>
              </a:pPr>
              <a:r>
                <a:t/>
              </a:r>
              <a:endParaRPr sz="962">
                <a:solidFill>
                  <a:schemeClr val="dk1"/>
                </a:solidFill>
              </a:endParaRPr>
            </a:p>
          </p:txBody>
        </p:sp>
        <p:sp>
          <p:nvSpPr>
            <p:cNvPr id="335" name="Google Shape;335;p41"/>
            <p:cNvSpPr/>
            <p:nvPr/>
          </p:nvSpPr>
          <p:spPr>
            <a:xfrm rot="2447905">
              <a:off x="1442386" y="2720786"/>
              <a:ext cx="283747" cy="283747"/>
            </a:xfrm>
            <a:prstGeom prst="roundRect">
              <a:avLst>
                <a:gd fmla="val 16667" name="adj"/>
              </a:avLst>
            </a:prstGeom>
            <a:solidFill>
              <a:schemeClr val="accent2"/>
            </a:solidFill>
            <a:ln>
              <a:noFill/>
            </a:ln>
          </p:spPr>
          <p:txBody>
            <a:bodyPr anchorCtr="0" anchor="ctr" bIns="62850" lIns="62850" spcFirstLastPara="1" rIns="62850" wrap="square" tIns="62850">
              <a:noAutofit/>
            </a:bodyPr>
            <a:lstStyle/>
            <a:p>
              <a:pPr indent="0" lvl="0" marL="0" rtl="0" algn="ctr">
                <a:spcBef>
                  <a:spcPts val="0"/>
                </a:spcBef>
                <a:spcAft>
                  <a:spcPts val="0"/>
                </a:spcAft>
                <a:buNone/>
              </a:pPr>
              <a:r>
                <a:t/>
              </a:r>
              <a:endParaRPr sz="962">
                <a:solidFill>
                  <a:schemeClr val="dk1"/>
                </a:solidFill>
              </a:endParaRPr>
            </a:p>
          </p:txBody>
        </p:sp>
        <p:sp>
          <p:nvSpPr>
            <p:cNvPr id="336" name="Google Shape;336;p41"/>
            <p:cNvSpPr/>
            <p:nvPr/>
          </p:nvSpPr>
          <p:spPr>
            <a:xfrm>
              <a:off x="1772635" y="2654186"/>
              <a:ext cx="340800" cy="340800"/>
            </a:xfrm>
            <a:prstGeom prst="ellipse">
              <a:avLst/>
            </a:prstGeom>
            <a:noFill/>
            <a:ln cap="flat" cmpd="sng" w="13075">
              <a:solidFill>
                <a:schemeClr val="dk1"/>
              </a:solidFill>
              <a:prstDash val="solid"/>
              <a:round/>
              <a:headEnd len="sm" w="sm" type="none"/>
              <a:tailEnd len="sm" w="sm" type="none"/>
            </a:ln>
          </p:spPr>
          <p:txBody>
            <a:bodyPr anchorCtr="0" anchor="ctr" bIns="62850" lIns="62850" spcFirstLastPara="1" rIns="62850" wrap="square" tIns="62850">
              <a:noAutofit/>
            </a:bodyPr>
            <a:lstStyle/>
            <a:p>
              <a:pPr indent="0" lvl="0" marL="0" rtl="0" algn="ctr">
                <a:spcBef>
                  <a:spcPts val="0"/>
                </a:spcBef>
                <a:spcAft>
                  <a:spcPts val="0"/>
                </a:spcAft>
                <a:buNone/>
              </a:pPr>
              <a:r>
                <a:t/>
              </a:r>
              <a:endParaRPr sz="962">
                <a:solidFill>
                  <a:schemeClr val="dk1"/>
                </a:solidFill>
              </a:endParaRPr>
            </a:p>
          </p:txBody>
        </p:sp>
      </p:grpSp>
      <p:pic>
        <p:nvPicPr>
          <p:cNvPr id="337" name="Google Shape;337;p41" title="Screen Shot 2025-12-09 at 9.33.38 AM.png"/>
          <p:cNvPicPr preferRelativeResize="0"/>
          <p:nvPr/>
        </p:nvPicPr>
        <p:blipFill>
          <a:blip r:embed="rId3">
            <a:alphaModFix/>
          </a:blip>
          <a:stretch>
            <a:fillRect/>
          </a:stretch>
        </p:blipFill>
        <p:spPr>
          <a:xfrm>
            <a:off x="1991228" y="2329437"/>
            <a:ext cx="2965025" cy="1881475"/>
          </a:xfrm>
          <a:prstGeom prst="rect">
            <a:avLst/>
          </a:prstGeom>
          <a:noFill/>
          <a:ln>
            <a:noFill/>
          </a:ln>
        </p:spPr>
      </p:pic>
      <p:pic>
        <p:nvPicPr>
          <p:cNvPr id="338" name="Google Shape;338;p41" title="Screen Shot 2025-12-09 at 9.34.56 AM.png"/>
          <p:cNvPicPr preferRelativeResize="0"/>
          <p:nvPr/>
        </p:nvPicPr>
        <p:blipFill>
          <a:blip r:embed="rId4">
            <a:alphaModFix/>
          </a:blip>
          <a:stretch>
            <a:fillRect/>
          </a:stretch>
        </p:blipFill>
        <p:spPr>
          <a:xfrm>
            <a:off x="5482475" y="2329425"/>
            <a:ext cx="3298388" cy="1995901"/>
          </a:xfrm>
          <a:prstGeom prst="rect">
            <a:avLst/>
          </a:prstGeom>
          <a:noFill/>
          <a:ln>
            <a:noFill/>
          </a:ln>
        </p:spPr>
      </p:pic>
      <p:pic>
        <p:nvPicPr>
          <p:cNvPr id="339" name="Google Shape;339;p41" title="Screen Shot 2025-12-09 at 9.34.35 AM.png"/>
          <p:cNvPicPr preferRelativeResize="0"/>
          <p:nvPr/>
        </p:nvPicPr>
        <p:blipFill>
          <a:blip r:embed="rId5">
            <a:alphaModFix/>
          </a:blip>
          <a:stretch>
            <a:fillRect/>
          </a:stretch>
        </p:blipFill>
        <p:spPr>
          <a:xfrm>
            <a:off x="3642353" y="2540075"/>
            <a:ext cx="2985447" cy="199591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2"/>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5" name="Google Shape;345;p42"/>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Winter 2025</a:t>
            </a:r>
            <a:endParaRPr/>
          </a:p>
        </p:txBody>
      </p:sp>
      <p:sp>
        <p:nvSpPr>
          <p:cNvPr id="346" name="Google Shape;346;p42"/>
          <p:cNvSpPr txBox="1"/>
          <p:nvPr>
            <p:ph type="title"/>
          </p:nvPr>
        </p:nvSpPr>
        <p:spPr>
          <a:xfrm>
            <a:off x="146450" y="186950"/>
            <a:ext cx="4882200" cy="118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Guiding Stakeholders with Decision-Ready Findings</a:t>
            </a:r>
            <a:endParaRPr/>
          </a:p>
        </p:txBody>
      </p:sp>
      <p:sp>
        <p:nvSpPr>
          <p:cNvPr id="347" name="Google Shape;347;p42"/>
          <p:cNvSpPr txBox="1"/>
          <p:nvPr>
            <p:ph idx="3" type="body"/>
          </p:nvPr>
        </p:nvSpPr>
        <p:spPr>
          <a:xfrm>
            <a:off x="5028550" y="230050"/>
            <a:ext cx="3538200" cy="226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distilled research into clear, prioritized actions that balanced user needs, technical constraints, and policy requirements. These recommendations directly influenced quarterly planning and reduced ambiguity for engineering. </a:t>
            </a:r>
            <a:r>
              <a:rPr b="1" lang="en"/>
              <a:t>Impact</a:t>
            </a:r>
            <a:r>
              <a:rPr lang="en"/>
              <a:t>:</a:t>
            </a:r>
            <a:endParaRPr/>
          </a:p>
          <a:p>
            <a:pPr indent="-304800" lvl="0" marL="457200" rtl="0" algn="l">
              <a:spcBef>
                <a:spcPts val="1200"/>
              </a:spcBef>
              <a:spcAft>
                <a:spcPts val="0"/>
              </a:spcAft>
              <a:buSzPts val="1200"/>
              <a:buChar char="●"/>
            </a:pPr>
            <a:r>
              <a:rPr lang="en"/>
              <a:t>Avoided wasted engineering cycles</a:t>
            </a:r>
            <a:endParaRPr/>
          </a:p>
          <a:p>
            <a:pPr indent="-304800" lvl="0" marL="457200" rtl="0" algn="l">
              <a:spcBef>
                <a:spcPts val="0"/>
              </a:spcBef>
              <a:spcAft>
                <a:spcPts val="0"/>
              </a:spcAft>
              <a:buSzPts val="1200"/>
              <a:buChar char="●"/>
            </a:pPr>
            <a:r>
              <a:rPr lang="en"/>
              <a:t>Accelerated delivery</a:t>
            </a:r>
            <a:endParaRPr/>
          </a:p>
          <a:p>
            <a:pPr indent="-304800" lvl="0" marL="457200" rtl="0" algn="l">
              <a:spcBef>
                <a:spcPts val="0"/>
              </a:spcBef>
              <a:spcAft>
                <a:spcPts val="0"/>
              </a:spcAft>
              <a:buSzPts val="1200"/>
              <a:buChar char="●"/>
            </a:pPr>
            <a:r>
              <a:rPr lang="en"/>
              <a:t>Boosted cross-team alignment</a:t>
            </a:r>
            <a:endParaRPr/>
          </a:p>
          <a:p>
            <a:pPr indent="0" lvl="0" marL="0" rtl="0" algn="l">
              <a:spcBef>
                <a:spcPts val="1200"/>
              </a:spcBef>
              <a:spcAft>
                <a:spcPts val="1200"/>
              </a:spcAft>
              <a:buNone/>
            </a:pPr>
            <a:r>
              <a:t/>
            </a:r>
            <a:endParaRPr/>
          </a:p>
        </p:txBody>
      </p:sp>
      <p:pic>
        <p:nvPicPr>
          <p:cNvPr id="348" name="Google Shape;348;p42" title="Screen Shot 2025-12-09 at 9.45.02 AM.png"/>
          <p:cNvPicPr preferRelativeResize="0"/>
          <p:nvPr/>
        </p:nvPicPr>
        <p:blipFill>
          <a:blip r:embed="rId3">
            <a:alphaModFix/>
          </a:blip>
          <a:stretch>
            <a:fillRect/>
          </a:stretch>
        </p:blipFill>
        <p:spPr>
          <a:xfrm>
            <a:off x="1308625" y="2579335"/>
            <a:ext cx="3006825" cy="2019250"/>
          </a:xfrm>
          <a:prstGeom prst="rect">
            <a:avLst/>
          </a:prstGeom>
          <a:noFill/>
          <a:ln>
            <a:noFill/>
          </a:ln>
        </p:spPr>
      </p:pic>
      <p:pic>
        <p:nvPicPr>
          <p:cNvPr id="349" name="Google Shape;349;p42" title="Screen Shot 2025-12-09 at 10.32.39 AM.png"/>
          <p:cNvPicPr preferRelativeResize="0"/>
          <p:nvPr/>
        </p:nvPicPr>
        <p:blipFill>
          <a:blip r:embed="rId4">
            <a:alphaModFix/>
          </a:blip>
          <a:stretch>
            <a:fillRect/>
          </a:stretch>
        </p:blipFill>
        <p:spPr>
          <a:xfrm>
            <a:off x="4490725" y="2527884"/>
            <a:ext cx="3344650" cy="2070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3"/>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5" name="Google Shape;355;p43"/>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Winter 2025</a:t>
            </a:r>
            <a:endParaRPr/>
          </a:p>
        </p:txBody>
      </p:sp>
      <p:sp>
        <p:nvSpPr>
          <p:cNvPr id="356" name="Google Shape;356;p43"/>
          <p:cNvSpPr txBox="1"/>
          <p:nvPr>
            <p:ph type="title"/>
          </p:nvPr>
        </p:nvSpPr>
        <p:spPr>
          <a:xfrm>
            <a:off x="251400" y="263227"/>
            <a:ext cx="3441600" cy="2192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Clarifying End-to-End Workflows Across Multi-Team Systems</a:t>
            </a:r>
            <a:endParaRPr/>
          </a:p>
        </p:txBody>
      </p:sp>
      <p:sp>
        <p:nvSpPr>
          <p:cNvPr id="357" name="Google Shape;357;p43"/>
          <p:cNvSpPr txBox="1"/>
          <p:nvPr>
            <p:ph idx="3" type="body"/>
          </p:nvPr>
        </p:nvSpPr>
        <p:spPr>
          <a:xfrm>
            <a:off x="251400" y="2433198"/>
            <a:ext cx="3294300" cy="21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mapped complex workflows to identify disconnects and unify cross-functional teams around the same operational picture. These artifacts became a source of truth for design, policy, and engineering teams. </a:t>
            </a:r>
            <a:r>
              <a:rPr b="1" lang="en"/>
              <a:t>Impact</a:t>
            </a:r>
            <a:r>
              <a:rPr lang="en"/>
              <a:t>:</a:t>
            </a:r>
            <a:endParaRPr/>
          </a:p>
          <a:p>
            <a:pPr indent="-304800" lvl="0" marL="457200" rtl="0" algn="l">
              <a:spcBef>
                <a:spcPts val="1200"/>
              </a:spcBef>
              <a:spcAft>
                <a:spcPts val="0"/>
              </a:spcAft>
              <a:buSzPts val="1200"/>
              <a:buChar char="●"/>
            </a:pPr>
            <a:r>
              <a:rPr lang="en"/>
              <a:t>Reduced confusion</a:t>
            </a:r>
            <a:endParaRPr/>
          </a:p>
          <a:p>
            <a:pPr indent="-304800" lvl="0" marL="457200" rtl="0" algn="l">
              <a:spcBef>
                <a:spcPts val="0"/>
              </a:spcBef>
              <a:spcAft>
                <a:spcPts val="0"/>
              </a:spcAft>
              <a:buSzPts val="1200"/>
              <a:buChar char="●"/>
            </a:pPr>
            <a:r>
              <a:rPr lang="en"/>
              <a:t>Improved consistency</a:t>
            </a:r>
            <a:endParaRPr/>
          </a:p>
          <a:p>
            <a:pPr indent="-304800" lvl="0" marL="457200" rtl="0" algn="l">
              <a:spcBef>
                <a:spcPts val="0"/>
              </a:spcBef>
              <a:spcAft>
                <a:spcPts val="0"/>
              </a:spcAft>
              <a:buSzPts val="1200"/>
              <a:buChar char="●"/>
            </a:pPr>
            <a:r>
              <a:rPr lang="en"/>
              <a:t>Enabled cross-team decision making</a:t>
            </a:r>
            <a:endParaRPr/>
          </a:p>
          <a:p>
            <a:pPr indent="0" lvl="0" marL="0" rtl="0" algn="l">
              <a:spcBef>
                <a:spcPts val="1200"/>
              </a:spcBef>
              <a:spcAft>
                <a:spcPts val="1200"/>
              </a:spcAft>
              <a:buNone/>
            </a:pPr>
            <a:r>
              <a:t/>
            </a:r>
            <a:endParaRPr/>
          </a:p>
        </p:txBody>
      </p:sp>
      <p:pic>
        <p:nvPicPr>
          <p:cNvPr id="358" name="Google Shape;358;p43" title="Screen Shot 2025-12-09 at 10.12.01 AM.png"/>
          <p:cNvPicPr preferRelativeResize="0"/>
          <p:nvPr/>
        </p:nvPicPr>
        <p:blipFill>
          <a:blip r:embed="rId3">
            <a:alphaModFix/>
          </a:blip>
          <a:stretch>
            <a:fillRect/>
          </a:stretch>
        </p:blipFill>
        <p:spPr>
          <a:xfrm>
            <a:off x="4242525" y="342900"/>
            <a:ext cx="4674226" cy="2964951"/>
          </a:xfrm>
          <a:prstGeom prst="rect">
            <a:avLst/>
          </a:prstGeom>
          <a:noFill/>
          <a:ln>
            <a:noFill/>
          </a:ln>
        </p:spPr>
      </p:pic>
      <p:pic>
        <p:nvPicPr>
          <p:cNvPr id="359" name="Google Shape;359;p43" title="Screen Shot 2025-12-09 at 10.19.45 AM.png"/>
          <p:cNvPicPr preferRelativeResize="0"/>
          <p:nvPr/>
        </p:nvPicPr>
        <p:blipFill rotWithShape="1">
          <a:blip r:embed="rId4">
            <a:alphaModFix/>
          </a:blip>
          <a:srcRect b="36756" l="0" r="26362" t="0"/>
          <a:stretch/>
        </p:blipFill>
        <p:spPr>
          <a:xfrm>
            <a:off x="3693000" y="3079075"/>
            <a:ext cx="5065774" cy="2064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4"/>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5" name="Google Shape;365;p44"/>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Winter 2025</a:t>
            </a:r>
            <a:endParaRPr/>
          </a:p>
        </p:txBody>
      </p:sp>
      <p:sp>
        <p:nvSpPr>
          <p:cNvPr id="366" name="Google Shape;366;p44"/>
          <p:cNvSpPr txBox="1"/>
          <p:nvPr>
            <p:ph type="title"/>
          </p:nvPr>
        </p:nvSpPr>
        <p:spPr>
          <a:xfrm>
            <a:off x="251400" y="276848"/>
            <a:ext cx="3441600" cy="175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Building Research &amp; UX Operational Infrastructure</a:t>
            </a:r>
            <a:endParaRPr/>
          </a:p>
        </p:txBody>
      </p:sp>
      <p:sp>
        <p:nvSpPr>
          <p:cNvPr id="367" name="Google Shape;367;p44"/>
          <p:cNvSpPr txBox="1"/>
          <p:nvPr>
            <p:ph idx="3" type="body"/>
          </p:nvPr>
        </p:nvSpPr>
        <p:spPr>
          <a:xfrm>
            <a:off x="251400" y="2166248"/>
            <a:ext cx="3294300" cy="19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built templates, onboarding materials, and governance guidelines to support consistent, scalable UX practice. This infrastructure reduced onboarding time and improved quality across teams. </a:t>
            </a:r>
            <a:r>
              <a:rPr b="1" lang="en"/>
              <a:t>Impact</a:t>
            </a:r>
            <a:r>
              <a:rPr lang="en"/>
              <a:t>:</a:t>
            </a:r>
            <a:endParaRPr/>
          </a:p>
          <a:p>
            <a:pPr indent="-304800" lvl="0" marL="457200" rtl="0" algn="l">
              <a:spcBef>
                <a:spcPts val="1200"/>
              </a:spcBef>
              <a:spcAft>
                <a:spcPts val="0"/>
              </a:spcAft>
              <a:buSzPts val="1200"/>
              <a:buChar char="●"/>
            </a:pPr>
            <a:r>
              <a:rPr lang="en"/>
              <a:t>Standardized processes/designs</a:t>
            </a:r>
            <a:endParaRPr/>
          </a:p>
          <a:p>
            <a:pPr indent="-304800" lvl="0" marL="457200" rtl="0" algn="l">
              <a:spcBef>
                <a:spcPts val="0"/>
              </a:spcBef>
              <a:spcAft>
                <a:spcPts val="0"/>
              </a:spcAft>
              <a:buSzPts val="1200"/>
              <a:buChar char="●"/>
            </a:pPr>
            <a:r>
              <a:rPr lang="en"/>
              <a:t>Faster onboarding</a:t>
            </a:r>
            <a:endParaRPr/>
          </a:p>
          <a:p>
            <a:pPr indent="-304800" lvl="0" marL="457200" rtl="0" algn="l">
              <a:spcBef>
                <a:spcPts val="0"/>
              </a:spcBef>
              <a:spcAft>
                <a:spcPts val="0"/>
              </a:spcAft>
              <a:buSzPts val="1200"/>
              <a:buChar char="●"/>
            </a:pPr>
            <a:r>
              <a:rPr lang="en"/>
              <a:t>Reduced knowledge loss</a:t>
            </a:r>
            <a:endParaRPr/>
          </a:p>
        </p:txBody>
      </p:sp>
      <p:pic>
        <p:nvPicPr>
          <p:cNvPr id="368" name="Google Shape;368;p44" title="Screen Shot 2025-12-09 at 9.55.01 AM.png"/>
          <p:cNvPicPr preferRelativeResize="0"/>
          <p:nvPr/>
        </p:nvPicPr>
        <p:blipFill>
          <a:blip r:embed="rId3">
            <a:alphaModFix/>
          </a:blip>
          <a:stretch>
            <a:fillRect/>
          </a:stretch>
        </p:blipFill>
        <p:spPr>
          <a:xfrm>
            <a:off x="4230600" y="342900"/>
            <a:ext cx="3989853" cy="4804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5"/>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4" name="Google Shape;374;p45"/>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Winter 2025</a:t>
            </a:r>
            <a:endParaRPr/>
          </a:p>
        </p:txBody>
      </p:sp>
      <p:sp>
        <p:nvSpPr>
          <p:cNvPr id="375" name="Google Shape;375;p45"/>
          <p:cNvSpPr txBox="1"/>
          <p:nvPr>
            <p:ph type="title"/>
          </p:nvPr>
        </p:nvSpPr>
        <p:spPr>
          <a:xfrm>
            <a:off x="5366000" y="1371600"/>
            <a:ext cx="3294300" cy="912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Turning Insights Into Clear, Usable Designs</a:t>
            </a:r>
            <a:endParaRPr/>
          </a:p>
        </p:txBody>
      </p:sp>
      <p:sp>
        <p:nvSpPr>
          <p:cNvPr id="376" name="Google Shape;376;p45"/>
          <p:cNvSpPr txBox="1"/>
          <p:nvPr>
            <p:ph idx="3" type="body"/>
          </p:nvPr>
        </p:nvSpPr>
        <p:spPr>
          <a:xfrm>
            <a:off x="5366000" y="2414025"/>
            <a:ext cx="3294300" cy="1133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I converted insights into low-fidelity prototypes that helped teams visualize solutions, uncover edge cases, and define requirements earlier in the process.</a:t>
            </a:r>
            <a:endParaRPr/>
          </a:p>
        </p:txBody>
      </p:sp>
      <p:pic>
        <p:nvPicPr>
          <p:cNvPr id="377" name="Google Shape;377;p45" title="Screen Shot 2025-12-09 at 10.36.16 AM.png"/>
          <p:cNvPicPr preferRelativeResize="0"/>
          <p:nvPr/>
        </p:nvPicPr>
        <p:blipFill>
          <a:blip r:embed="rId3">
            <a:alphaModFix/>
          </a:blip>
          <a:stretch>
            <a:fillRect/>
          </a:stretch>
        </p:blipFill>
        <p:spPr>
          <a:xfrm>
            <a:off x="1260800" y="230975"/>
            <a:ext cx="2849625" cy="2123675"/>
          </a:xfrm>
          <a:prstGeom prst="rect">
            <a:avLst/>
          </a:prstGeom>
          <a:noFill/>
          <a:ln>
            <a:noFill/>
          </a:ln>
        </p:spPr>
      </p:pic>
      <p:pic>
        <p:nvPicPr>
          <p:cNvPr id="378" name="Google Shape;378;p45" title="Screen Shot 2025-12-09 at 10.36.25 AM.png"/>
          <p:cNvPicPr preferRelativeResize="0"/>
          <p:nvPr/>
        </p:nvPicPr>
        <p:blipFill rotWithShape="1">
          <a:blip r:embed="rId4">
            <a:alphaModFix/>
          </a:blip>
          <a:srcRect b="28830" l="0" r="0" t="0"/>
          <a:stretch/>
        </p:blipFill>
        <p:spPr>
          <a:xfrm>
            <a:off x="243298" y="2414025"/>
            <a:ext cx="4884625" cy="2196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6"/>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4" name="Google Shape;384;p46"/>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Winter 2025</a:t>
            </a:r>
            <a:endParaRPr/>
          </a:p>
        </p:txBody>
      </p:sp>
      <p:sp>
        <p:nvSpPr>
          <p:cNvPr id="385" name="Google Shape;385;p46"/>
          <p:cNvSpPr txBox="1"/>
          <p:nvPr>
            <p:ph type="title"/>
          </p:nvPr>
        </p:nvSpPr>
        <p:spPr>
          <a:xfrm>
            <a:off x="146450" y="186949"/>
            <a:ext cx="4506900" cy="73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Impact Across Federal Clients</a:t>
            </a:r>
            <a:endParaRPr/>
          </a:p>
        </p:txBody>
      </p:sp>
      <p:sp>
        <p:nvSpPr>
          <p:cNvPr id="386" name="Google Shape;386;p46"/>
          <p:cNvSpPr txBox="1"/>
          <p:nvPr>
            <p:ph idx="4" type="subTitle"/>
          </p:nvPr>
        </p:nvSpPr>
        <p:spPr>
          <a:xfrm>
            <a:off x="146450" y="1539275"/>
            <a:ext cx="4506900" cy="2587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Aligned multi-vendor teams around shared priorities</a:t>
            </a:r>
            <a:endParaRPr sz="1400"/>
          </a:p>
          <a:p>
            <a:pPr indent="-317500" lvl="0" marL="457200" rtl="0" algn="l">
              <a:spcBef>
                <a:spcPts val="0"/>
              </a:spcBef>
              <a:spcAft>
                <a:spcPts val="0"/>
              </a:spcAft>
              <a:buSzPts val="1400"/>
              <a:buChar char="●"/>
            </a:pPr>
            <a:r>
              <a:rPr lang="en" sz="1400"/>
              <a:t>Reduced rework by clarifying requirements early</a:t>
            </a:r>
            <a:endParaRPr sz="1400"/>
          </a:p>
          <a:p>
            <a:pPr indent="-317500" lvl="0" marL="457200" rtl="0" algn="l">
              <a:spcBef>
                <a:spcPts val="0"/>
              </a:spcBef>
              <a:spcAft>
                <a:spcPts val="0"/>
              </a:spcAft>
              <a:buSzPts val="1400"/>
              <a:buChar char="●"/>
            </a:pPr>
            <a:r>
              <a:rPr lang="en" sz="1400"/>
              <a:t>Delivered insights that shaped high-stakes, policy-driven decisions</a:t>
            </a:r>
            <a:endParaRPr sz="1400"/>
          </a:p>
          <a:p>
            <a:pPr indent="-317500" lvl="0" marL="457200" rtl="0" algn="l">
              <a:spcBef>
                <a:spcPts val="0"/>
              </a:spcBef>
              <a:spcAft>
                <a:spcPts val="0"/>
              </a:spcAft>
              <a:buSzPts val="1400"/>
              <a:buChar char="●"/>
            </a:pPr>
            <a:r>
              <a:rPr lang="en" sz="1400"/>
              <a:t>Improved consistency across systems through UX governance</a:t>
            </a:r>
            <a:endParaRPr sz="1400"/>
          </a:p>
          <a:p>
            <a:pPr indent="-317500" lvl="0" marL="457200" rtl="0" algn="l">
              <a:spcBef>
                <a:spcPts val="0"/>
              </a:spcBef>
              <a:spcAft>
                <a:spcPts val="0"/>
              </a:spcAft>
              <a:buSzPts val="1400"/>
              <a:buChar char="●"/>
            </a:pPr>
            <a:r>
              <a:rPr lang="en" sz="1400"/>
              <a:t>Supported leadership with concise, accessible executive briefings</a:t>
            </a:r>
            <a:endParaRPr sz="1400"/>
          </a:p>
          <a:p>
            <a:pPr indent="0" lvl="0" marL="0" rtl="0" algn="l">
              <a:spcBef>
                <a:spcPts val="1200"/>
              </a:spcBef>
              <a:spcAft>
                <a:spcPts val="1200"/>
              </a:spcAft>
              <a:buNone/>
            </a:pPr>
            <a:r>
              <a:t/>
            </a:r>
            <a:endParaRPr/>
          </a:p>
        </p:txBody>
      </p:sp>
      <p:sp>
        <p:nvSpPr>
          <p:cNvPr id="387" name="Google Shape;387;p46"/>
          <p:cNvSpPr/>
          <p:nvPr/>
        </p:nvSpPr>
        <p:spPr>
          <a:xfrm rot="2257574">
            <a:off x="5283880" y="1616563"/>
            <a:ext cx="418176" cy="418176"/>
          </a:xfrm>
          <a:prstGeom prst="rect">
            <a:avLst/>
          </a:prstGeom>
          <a:solidFill>
            <a:schemeClr val="lt2"/>
          </a:solidFill>
          <a:ln>
            <a:noFill/>
          </a:ln>
        </p:spPr>
        <p:txBody>
          <a:bodyPr anchorCtr="0" anchor="ctr" bIns="144825" lIns="144825" spcFirstLastPara="1" rIns="144825" wrap="square" tIns="144825">
            <a:noAutofit/>
          </a:bodyPr>
          <a:lstStyle/>
          <a:p>
            <a:pPr indent="0" lvl="0" marL="0" rtl="0" algn="ctr">
              <a:spcBef>
                <a:spcPts val="0"/>
              </a:spcBef>
              <a:spcAft>
                <a:spcPts val="0"/>
              </a:spcAft>
              <a:buNone/>
            </a:pPr>
            <a:r>
              <a:t/>
            </a:r>
            <a:endParaRPr sz="2217">
              <a:solidFill>
                <a:schemeClr val="dk1"/>
              </a:solidFill>
            </a:endParaRPr>
          </a:p>
        </p:txBody>
      </p:sp>
      <p:sp>
        <p:nvSpPr>
          <p:cNvPr id="388" name="Google Shape;388;p46"/>
          <p:cNvSpPr/>
          <p:nvPr/>
        </p:nvSpPr>
        <p:spPr>
          <a:xfrm>
            <a:off x="5716426" y="2392259"/>
            <a:ext cx="282900" cy="282900"/>
          </a:xfrm>
          <a:prstGeom prst="ellipse">
            <a:avLst/>
          </a:prstGeom>
          <a:noFill/>
          <a:ln cap="flat" cmpd="sng" w="30175">
            <a:solidFill>
              <a:schemeClr val="dk1"/>
            </a:solidFill>
            <a:prstDash val="solid"/>
            <a:round/>
            <a:headEnd len="sm" w="sm" type="none"/>
            <a:tailEnd len="sm" w="sm" type="none"/>
          </a:ln>
        </p:spPr>
        <p:txBody>
          <a:bodyPr anchorCtr="0" anchor="ctr" bIns="144825" lIns="144825" spcFirstLastPara="1" rIns="144825" wrap="square" tIns="144825">
            <a:noAutofit/>
          </a:bodyPr>
          <a:lstStyle/>
          <a:p>
            <a:pPr indent="0" lvl="0" marL="0" rtl="0" algn="ctr">
              <a:spcBef>
                <a:spcPts val="0"/>
              </a:spcBef>
              <a:spcAft>
                <a:spcPts val="0"/>
              </a:spcAft>
              <a:buNone/>
            </a:pPr>
            <a:r>
              <a:t/>
            </a:r>
            <a:endParaRPr sz="2217">
              <a:solidFill>
                <a:schemeClr val="dk1"/>
              </a:solidFill>
            </a:endParaRPr>
          </a:p>
        </p:txBody>
      </p:sp>
      <p:sp>
        <p:nvSpPr>
          <p:cNvPr id="389" name="Google Shape;389;p46"/>
          <p:cNvSpPr/>
          <p:nvPr/>
        </p:nvSpPr>
        <p:spPr>
          <a:xfrm>
            <a:off x="8145653" y="1955254"/>
            <a:ext cx="282900" cy="282900"/>
          </a:xfrm>
          <a:prstGeom prst="ellipse">
            <a:avLst/>
          </a:prstGeom>
          <a:solidFill>
            <a:schemeClr val="dk2"/>
          </a:solidFill>
          <a:ln>
            <a:noFill/>
          </a:ln>
        </p:spPr>
        <p:txBody>
          <a:bodyPr anchorCtr="0" anchor="ctr" bIns="144825" lIns="144825" spcFirstLastPara="1" rIns="144825" wrap="square" tIns="144825">
            <a:noAutofit/>
          </a:bodyPr>
          <a:lstStyle/>
          <a:p>
            <a:pPr indent="0" lvl="0" marL="0" rtl="0" algn="ctr">
              <a:spcBef>
                <a:spcPts val="0"/>
              </a:spcBef>
              <a:spcAft>
                <a:spcPts val="0"/>
              </a:spcAft>
              <a:buNone/>
            </a:pPr>
            <a:r>
              <a:t/>
            </a:r>
            <a:endParaRPr sz="2217">
              <a:solidFill>
                <a:schemeClr val="dk1"/>
              </a:solidFill>
            </a:endParaRPr>
          </a:p>
        </p:txBody>
      </p:sp>
      <p:sp>
        <p:nvSpPr>
          <p:cNvPr id="390" name="Google Shape;390;p46"/>
          <p:cNvSpPr/>
          <p:nvPr/>
        </p:nvSpPr>
        <p:spPr>
          <a:xfrm rot="-239340">
            <a:off x="8077978" y="3092943"/>
            <a:ext cx="418313" cy="418313"/>
          </a:xfrm>
          <a:prstGeom prst="rect">
            <a:avLst/>
          </a:prstGeom>
          <a:noFill/>
          <a:ln cap="flat" cmpd="sng" w="30175">
            <a:solidFill>
              <a:schemeClr val="dk1"/>
            </a:solidFill>
            <a:prstDash val="solid"/>
            <a:round/>
            <a:headEnd len="sm" w="sm" type="none"/>
            <a:tailEnd len="sm" w="sm" type="none"/>
          </a:ln>
        </p:spPr>
        <p:txBody>
          <a:bodyPr anchorCtr="0" anchor="ctr" bIns="144825" lIns="144825" spcFirstLastPara="1" rIns="144825" wrap="square" tIns="144825">
            <a:noAutofit/>
          </a:bodyPr>
          <a:lstStyle/>
          <a:p>
            <a:pPr indent="0" lvl="0" marL="0" rtl="0" algn="ctr">
              <a:spcBef>
                <a:spcPts val="0"/>
              </a:spcBef>
              <a:spcAft>
                <a:spcPts val="0"/>
              </a:spcAft>
              <a:buNone/>
            </a:pPr>
            <a:r>
              <a:t/>
            </a:r>
            <a:endParaRPr sz="2217">
              <a:solidFill>
                <a:schemeClr val="dk1"/>
              </a:solidFill>
            </a:endParaRPr>
          </a:p>
        </p:txBody>
      </p:sp>
      <p:grpSp>
        <p:nvGrpSpPr>
          <p:cNvPr id="391" name="Google Shape;391;p46"/>
          <p:cNvGrpSpPr/>
          <p:nvPr/>
        </p:nvGrpSpPr>
        <p:grpSpPr>
          <a:xfrm rot="1199988">
            <a:off x="6217268" y="1516999"/>
            <a:ext cx="1532649" cy="2109504"/>
            <a:chOff x="5467965" y="599366"/>
            <a:chExt cx="967500" cy="1331646"/>
          </a:xfrm>
        </p:grpSpPr>
        <p:sp>
          <p:nvSpPr>
            <p:cNvPr id="392" name="Google Shape;392;p46"/>
            <p:cNvSpPr/>
            <p:nvPr/>
          </p:nvSpPr>
          <p:spPr>
            <a:xfrm>
              <a:off x="5467965" y="724412"/>
              <a:ext cx="967500" cy="1206600"/>
            </a:xfrm>
            <a:prstGeom prst="rect">
              <a:avLst/>
            </a:prstGeom>
            <a:solidFill>
              <a:schemeClr val="accent1"/>
            </a:solidFill>
            <a:ln>
              <a:noFill/>
            </a:ln>
          </p:spPr>
          <p:txBody>
            <a:bodyPr anchorCtr="0" anchor="ctr" bIns="144825" lIns="144825" spcFirstLastPara="1" rIns="144825" wrap="square" tIns="144825">
              <a:noAutofit/>
            </a:bodyPr>
            <a:lstStyle/>
            <a:p>
              <a:pPr indent="0" lvl="0" marL="0" rtl="0" algn="ctr">
                <a:spcBef>
                  <a:spcPts val="0"/>
                </a:spcBef>
                <a:spcAft>
                  <a:spcPts val="0"/>
                </a:spcAft>
                <a:buNone/>
              </a:pPr>
              <a:r>
                <a:t/>
              </a:r>
              <a:endParaRPr sz="2217">
                <a:solidFill>
                  <a:schemeClr val="dk1"/>
                </a:solidFill>
              </a:endParaRPr>
            </a:p>
          </p:txBody>
        </p:sp>
        <p:sp>
          <p:nvSpPr>
            <p:cNvPr id="393" name="Google Shape;393;p46"/>
            <p:cNvSpPr/>
            <p:nvPr/>
          </p:nvSpPr>
          <p:spPr>
            <a:xfrm rot="3677">
              <a:off x="5671215" y="599666"/>
              <a:ext cx="561000" cy="173700"/>
            </a:xfrm>
            <a:prstGeom prst="rect">
              <a:avLst/>
            </a:prstGeom>
            <a:noFill/>
            <a:ln cap="flat" cmpd="sng" w="30175">
              <a:solidFill>
                <a:schemeClr val="dk1"/>
              </a:solidFill>
              <a:prstDash val="solid"/>
              <a:round/>
              <a:headEnd len="sm" w="sm" type="none"/>
              <a:tailEnd len="sm" w="sm" type="none"/>
            </a:ln>
          </p:spPr>
          <p:txBody>
            <a:bodyPr anchorCtr="0" anchor="ctr" bIns="144825" lIns="144825" spcFirstLastPara="1" rIns="144825" wrap="square" tIns="144825">
              <a:noAutofit/>
            </a:bodyPr>
            <a:lstStyle/>
            <a:p>
              <a:pPr indent="0" lvl="0" marL="0" rtl="0" algn="ctr">
                <a:spcBef>
                  <a:spcPts val="0"/>
                </a:spcBef>
                <a:spcAft>
                  <a:spcPts val="0"/>
                </a:spcAft>
                <a:buNone/>
              </a:pPr>
              <a:r>
                <a:t/>
              </a:r>
              <a:endParaRPr sz="2217">
                <a:solidFill>
                  <a:schemeClr val="dk1"/>
                </a:solidFill>
              </a:endParaRPr>
            </a:p>
          </p:txBody>
        </p:sp>
        <p:grpSp>
          <p:nvGrpSpPr>
            <p:cNvPr id="394" name="Google Shape;394;p46"/>
            <p:cNvGrpSpPr/>
            <p:nvPr/>
          </p:nvGrpSpPr>
          <p:grpSpPr>
            <a:xfrm>
              <a:off x="5572786" y="894839"/>
              <a:ext cx="757859" cy="865745"/>
              <a:chOff x="5556250" y="851150"/>
              <a:chExt cx="757859" cy="865745"/>
            </a:xfrm>
          </p:grpSpPr>
          <p:cxnSp>
            <p:nvCxnSpPr>
              <p:cNvPr id="395" name="Google Shape;395;p46"/>
              <p:cNvCxnSpPr/>
              <p:nvPr/>
            </p:nvCxnSpPr>
            <p:spPr>
              <a:xfrm rot="-29499">
                <a:off x="5786080" y="1211141"/>
                <a:ext cx="524419" cy="0"/>
              </a:xfrm>
              <a:prstGeom prst="straightConnector1">
                <a:avLst/>
              </a:prstGeom>
              <a:noFill/>
              <a:ln cap="flat" cmpd="sng" w="30175">
                <a:solidFill>
                  <a:schemeClr val="dk1"/>
                </a:solidFill>
                <a:prstDash val="solid"/>
                <a:round/>
                <a:headEnd len="med" w="med" type="none"/>
                <a:tailEnd len="med" w="med" type="none"/>
              </a:ln>
            </p:spPr>
          </p:cxnSp>
          <p:cxnSp>
            <p:nvCxnSpPr>
              <p:cNvPr id="396" name="Google Shape;396;p46"/>
              <p:cNvCxnSpPr/>
              <p:nvPr/>
            </p:nvCxnSpPr>
            <p:spPr>
              <a:xfrm rot="-29499">
                <a:off x="5787867" y="1438320"/>
                <a:ext cx="524419" cy="0"/>
              </a:xfrm>
              <a:prstGeom prst="straightConnector1">
                <a:avLst/>
              </a:prstGeom>
              <a:noFill/>
              <a:ln cap="flat" cmpd="sng" w="30175">
                <a:solidFill>
                  <a:schemeClr val="dk1"/>
                </a:solidFill>
                <a:prstDash val="solid"/>
                <a:round/>
                <a:headEnd len="med" w="med" type="none"/>
                <a:tailEnd len="med" w="med" type="none"/>
              </a:ln>
            </p:spPr>
          </p:cxnSp>
          <p:cxnSp>
            <p:nvCxnSpPr>
              <p:cNvPr id="397" name="Google Shape;397;p46"/>
              <p:cNvCxnSpPr/>
              <p:nvPr/>
            </p:nvCxnSpPr>
            <p:spPr>
              <a:xfrm rot="-29499">
                <a:off x="5789699" y="1665500"/>
                <a:ext cx="524419" cy="0"/>
              </a:xfrm>
              <a:prstGeom prst="straightConnector1">
                <a:avLst/>
              </a:prstGeom>
              <a:noFill/>
              <a:ln cap="flat" cmpd="sng" w="30175">
                <a:solidFill>
                  <a:schemeClr val="dk1"/>
                </a:solidFill>
                <a:prstDash val="solid"/>
                <a:round/>
                <a:headEnd len="med" w="med" type="none"/>
                <a:tailEnd len="med" w="med" type="none"/>
              </a:ln>
            </p:spPr>
          </p:cxnSp>
          <p:sp>
            <p:nvSpPr>
              <p:cNvPr id="398" name="Google Shape;398;p46"/>
              <p:cNvSpPr/>
              <p:nvPr/>
            </p:nvSpPr>
            <p:spPr>
              <a:xfrm rot="-20163">
                <a:off x="5584255" y="1159935"/>
                <a:ext cx="102302" cy="102302"/>
              </a:xfrm>
              <a:prstGeom prst="rect">
                <a:avLst/>
              </a:prstGeom>
              <a:noFill/>
              <a:ln cap="flat" cmpd="sng" w="30175">
                <a:solidFill>
                  <a:schemeClr val="dk1"/>
                </a:solidFill>
                <a:prstDash val="solid"/>
                <a:round/>
                <a:headEnd len="sm" w="sm" type="none"/>
                <a:tailEnd len="sm" w="sm" type="none"/>
              </a:ln>
            </p:spPr>
            <p:txBody>
              <a:bodyPr anchorCtr="0" anchor="ctr" bIns="144825" lIns="144825" spcFirstLastPara="1" rIns="144825" wrap="square" tIns="144825">
                <a:noAutofit/>
              </a:bodyPr>
              <a:lstStyle/>
              <a:p>
                <a:pPr indent="0" lvl="0" marL="0" rtl="0" algn="ctr">
                  <a:spcBef>
                    <a:spcPts val="0"/>
                  </a:spcBef>
                  <a:spcAft>
                    <a:spcPts val="0"/>
                  </a:spcAft>
                  <a:buNone/>
                </a:pPr>
                <a:r>
                  <a:t/>
                </a:r>
                <a:endParaRPr sz="2217">
                  <a:solidFill>
                    <a:schemeClr val="dk1"/>
                  </a:solidFill>
                </a:endParaRPr>
              </a:p>
            </p:txBody>
          </p:sp>
          <p:sp>
            <p:nvSpPr>
              <p:cNvPr id="399" name="Google Shape;399;p46"/>
              <p:cNvSpPr/>
              <p:nvPr/>
            </p:nvSpPr>
            <p:spPr>
              <a:xfrm rot="-20163">
                <a:off x="5586071" y="1387114"/>
                <a:ext cx="102302" cy="102302"/>
              </a:xfrm>
              <a:prstGeom prst="rect">
                <a:avLst/>
              </a:prstGeom>
              <a:noFill/>
              <a:ln cap="flat" cmpd="sng" w="30175">
                <a:solidFill>
                  <a:schemeClr val="dk1"/>
                </a:solidFill>
                <a:prstDash val="solid"/>
                <a:round/>
                <a:headEnd len="sm" w="sm" type="none"/>
                <a:tailEnd len="sm" w="sm" type="none"/>
              </a:ln>
            </p:spPr>
            <p:txBody>
              <a:bodyPr anchorCtr="0" anchor="ctr" bIns="144825" lIns="144825" spcFirstLastPara="1" rIns="144825" wrap="square" tIns="144825">
                <a:noAutofit/>
              </a:bodyPr>
              <a:lstStyle/>
              <a:p>
                <a:pPr indent="0" lvl="0" marL="0" rtl="0" algn="ctr">
                  <a:spcBef>
                    <a:spcPts val="0"/>
                  </a:spcBef>
                  <a:spcAft>
                    <a:spcPts val="0"/>
                  </a:spcAft>
                  <a:buNone/>
                </a:pPr>
                <a:r>
                  <a:t/>
                </a:r>
                <a:endParaRPr sz="2217">
                  <a:solidFill>
                    <a:schemeClr val="dk1"/>
                  </a:solidFill>
                </a:endParaRPr>
              </a:p>
            </p:txBody>
          </p:sp>
          <p:sp>
            <p:nvSpPr>
              <p:cNvPr id="400" name="Google Shape;400;p46"/>
              <p:cNvSpPr/>
              <p:nvPr/>
            </p:nvSpPr>
            <p:spPr>
              <a:xfrm rot="-20163">
                <a:off x="5587887" y="1614294"/>
                <a:ext cx="102302" cy="102302"/>
              </a:xfrm>
              <a:prstGeom prst="rect">
                <a:avLst/>
              </a:prstGeom>
              <a:noFill/>
              <a:ln cap="flat" cmpd="sng" w="30175">
                <a:solidFill>
                  <a:schemeClr val="dk1"/>
                </a:solidFill>
                <a:prstDash val="solid"/>
                <a:round/>
                <a:headEnd len="sm" w="sm" type="none"/>
                <a:tailEnd len="sm" w="sm" type="none"/>
              </a:ln>
            </p:spPr>
            <p:txBody>
              <a:bodyPr anchorCtr="0" anchor="ctr" bIns="144825" lIns="144825" spcFirstLastPara="1" rIns="144825" wrap="square" tIns="144825">
                <a:noAutofit/>
              </a:bodyPr>
              <a:lstStyle/>
              <a:p>
                <a:pPr indent="0" lvl="0" marL="0" rtl="0" algn="ctr">
                  <a:spcBef>
                    <a:spcPts val="0"/>
                  </a:spcBef>
                  <a:spcAft>
                    <a:spcPts val="0"/>
                  </a:spcAft>
                  <a:buNone/>
                </a:pPr>
                <a:r>
                  <a:t/>
                </a:r>
                <a:endParaRPr sz="2217">
                  <a:solidFill>
                    <a:schemeClr val="dk1"/>
                  </a:solidFill>
                </a:endParaRPr>
              </a:p>
            </p:txBody>
          </p:sp>
          <p:sp>
            <p:nvSpPr>
              <p:cNvPr id="401" name="Google Shape;401;p46"/>
              <p:cNvSpPr/>
              <p:nvPr/>
            </p:nvSpPr>
            <p:spPr>
              <a:xfrm>
                <a:off x="5556250" y="851150"/>
                <a:ext cx="189275" cy="183175"/>
              </a:xfrm>
              <a:custGeom>
                <a:rect b="b" l="l" r="r" t="t"/>
                <a:pathLst>
                  <a:path extrusionOk="0" h="7327" w="7571">
                    <a:moveTo>
                      <a:pt x="0" y="3789"/>
                    </a:moveTo>
                    <a:lnTo>
                      <a:pt x="3245" y="7327"/>
                    </a:lnTo>
                    <a:lnTo>
                      <a:pt x="7571" y="0"/>
                    </a:lnTo>
                  </a:path>
                </a:pathLst>
              </a:custGeom>
              <a:noFill/>
              <a:ln cap="flat" cmpd="sng" w="30175">
                <a:solidFill>
                  <a:schemeClr val="dk1"/>
                </a:solidFill>
                <a:prstDash val="solid"/>
                <a:round/>
                <a:headEnd len="med" w="med" type="none"/>
                <a:tailEnd len="med" w="med" type="none"/>
              </a:ln>
            </p:spPr>
          </p:sp>
          <p:cxnSp>
            <p:nvCxnSpPr>
              <p:cNvPr id="402" name="Google Shape;402;p46"/>
              <p:cNvCxnSpPr/>
              <p:nvPr/>
            </p:nvCxnSpPr>
            <p:spPr>
              <a:xfrm rot="-29499">
                <a:off x="5786080" y="983941"/>
                <a:ext cx="524419" cy="0"/>
              </a:xfrm>
              <a:prstGeom prst="straightConnector1">
                <a:avLst/>
              </a:prstGeom>
              <a:noFill/>
              <a:ln cap="flat" cmpd="sng" w="30175">
                <a:solidFill>
                  <a:schemeClr val="dk1"/>
                </a:solidFill>
                <a:prstDash val="solid"/>
                <a:round/>
                <a:headEnd len="med" w="med" type="none"/>
                <a:tailEnd len="med" w="med" type="none"/>
              </a:ln>
            </p:spPr>
          </p:cxn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7"/>
          <p:cNvSpPr txBox="1"/>
          <p:nvPr>
            <p:ph idx="12" type="sldNum"/>
          </p:nvPr>
        </p:nvSpPr>
        <p:spPr>
          <a:xfrm>
            <a:off x="8461460" y="4726725"/>
            <a:ext cx="548700" cy="30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8" name="Google Shape;408;p47"/>
          <p:cNvSpPr txBox="1"/>
          <p:nvPr>
            <p:ph idx="2" type="body"/>
          </p:nvPr>
        </p:nvSpPr>
        <p:spPr>
          <a:xfrm>
            <a:off x="155625" y="4726725"/>
            <a:ext cx="1492800" cy="309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Winter 2025</a:t>
            </a:r>
            <a:endParaRPr/>
          </a:p>
        </p:txBody>
      </p:sp>
      <p:sp>
        <p:nvSpPr>
          <p:cNvPr id="409" name="Google Shape;409;p47"/>
          <p:cNvSpPr txBox="1"/>
          <p:nvPr/>
        </p:nvSpPr>
        <p:spPr>
          <a:xfrm>
            <a:off x="244425" y="342902"/>
            <a:ext cx="2583600" cy="120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2000">
                <a:solidFill>
                  <a:schemeClr val="dk1"/>
                </a:solidFill>
                <a:latin typeface="Lexend"/>
                <a:ea typeface="Lexend"/>
                <a:cs typeface="Lexend"/>
                <a:sym typeface="Lexend"/>
              </a:rPr>
              <a:t>What I Bring to Design Research and Strategy Roles</a:t>
            </a:r>
            <a:endParaRPr sz="2000">
              <a:solidFill>
                <a:schemeClr val="dk1"/>
              </a:solidFill>
              <a:latin typeface="Lexend"/>
              <a:ea typeface="Lexend"/>
              <a:cs typeface="Lexend"/>
              <a:sym typeface="Lexend"/>
            </a:endParaRPr>
          </a:p>
        </p:txBody>
      </p:sp>
      <p:grpSp>
        <p:nvGrpSpPr>
          <p:cNvPr id="410" name="Google Shape;410;p47"/>
          <p:cNvGrpSpPr/>
          <p:nvPr/>
        </p:nvGrpSpPr>
        <p:grpSpPr>
          <a:xfrm>
            <a:off x="4871865" y="789659"/>
            <a:ext cx="1178150" cy="656596"/>
            <a:chOff x="7416125" y="3551942"/>
            <a:chExt cx="1178150" cy="656596"/>
          </a:xfrm>
        </p:grpSpPr>
        <p:sp>
          <p:nvSpPr>
            <p:cNvPr id="411" name="Google Shape;411;p47"/>
            <p:cNvSpPr/>
            <p:nvPr/>
          </p:nvSpPr>
          <p:spPr>
            <a:xfrm>
              <a:off x="7416125" y="3649638"/>
              <a:ext cx="718200" cy="5589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12" name="Google Shape;412;p47"/>
            <p:cNvSpPr/>
            <p:nvPr/>
          </p:nvSpPr>
          <p:spPr>
            <a:xfrm flipH="1">
              <a:off x="7972075" y="3551942"/>
              <a:ext cx="622200" cy="447000"/>
            </a:xfrm>
            <a:prstGeom prst="wedgeEllipseCallout">
              <a:avLst>
                <a:gd fmla="val -20833" name="adj1"/>
                <a:gd fmla="val 6250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413" name="Google Shape;413;p47"/>
          <p:cNvGrpSpPr/>
          <p:nvPr/>
        </p:nvGrpSpPr>
        <p:grpSpPr>
          <a:xfrm>
            <a:off x="4692015" y="1542696"/>
            <a:ext cx="1537850" cy="928129"/>
            <a:chOff x="405875" y="2363109"/>
            <a:chExt cx="1537850" cy="928129"/>
          </a:xfrm>
        </p:grpSpPr>
        <p:grpSp>
          <p:nvGrpSpPr>
            <p:cNvPr id="414" name="Google Shape;414;p47"/>
            <p:cNvGrpSpPr/>
            <p:nvPr/>
          </p:nvGrpSpPr>
          <p:grpSpPr>
            <a:xfrm>
              <a:off x="955650" y="2458163"/>
              <a:ext cx="438300" cy="305325"/>
              <a:chOff x="964525" y="2458163"/>
              <a:chExt cx="438300" cy="305325"/>
            </a:xfrm>
          </p:grpSpPr>
          <p:grpSp>
            <p:nvGrpSpPr>
              <p:cNvPr id="415" name="Google Shape;415;p47"/>
              <p:cNvGrpSpPr/>
              <p:nvPr/>
            </p:nvGrpSpPr>
            <p:grpSpPr>
              <a:xfrm>
                <a:off x="964525" y="2458163"/>
                <a:ext cx="438300" cy="154200"/>
                <a:chOff x="964525" y="2458163"/>
                <a:chExt cx="438300" cy="154200"/>
              </a:xfrm>
            </p:grpSpPr>
            <p:cxnSp>
              <p:nvCxnSpPr>
                <p:cNvPr id="416" name="Google Shape;416;p47"/>
                <p:cNvCxnSpPr/>
                <p:nvPr/>
              </p:nvCxnSpPr>
              <p:spPr>
                <a:xfrm>
                  <a:off x="964525" y="2535263"/>
                  <a:ext cx="304800" cy="0"/>
                </a:xfrm>
                <a:prstGeom prst="straightConnector1">
                  <a:avLst/>
                </a:prstGeom>
                <a:noFill/>
                <a:ln cap="flat" cmpd="sng" w="19050">
                  <a:solidFill>
                    <a:schemeClr val="dk1"/>
                  </a:solidFill>
                  <a:prstDash val="solid"/>
                  <a:round/>
                  <a:headEnd len="med" w="med" type="none"/>
                  <a:tailEnd len="med" w="med" type="none"/>
                </a:ln>
              </p:spPr>
            </p:cxnSp>
            <p:sp>
              <p:nvSpPr>
                <p:cNvPr id="417" name="Google Shape;417;p47"/>
                <p:cNvSpPr/>
                <p:nvPr/>
              </p:nvSpPr>
              <p:spPr>
                <a:xfrm rot="5400000">
                  <a:off x="1258975" y="2468513"/>
                  <a:ext cx="154200" cy="133500"/>
                </a:xfrm>
                <a:prstGeom prst="triangle">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418" name="Google Shape;418;p47"/>
              <p:cNvGrpSpPr/>
              <p:nvPr/>
            </p:nvGrpSpPr>
            <p:grpSpPr>
              <a:xfrm>
                <a:off x="964525" y="2609288"/>
                <a:ext cx="438300" cy="154200"/>
                <a:chOff x="964525" y="2609288"/>
                <a:chExt cx="438300" cy="154200"/>
              </a:xfrm>
            </p:grpSpPr>
            <p:cxnSp>
              <p:nvCxnSpPr>
                <p:cNvPr id="419" name="Google Shape;419;p47"/>
                <p:cNvCxnSpPr/>
                <p:nvPr/>
              </p:nvCxnSpPr>
              <p:spPr>
                <a:xfrm rot="10800000">
                  <a:off x="1098025" y="2686388"/>
                  <a:ext cx="304800" cy="0"/>
                </a:xfrm>
                <a:prstGeom prst="straightConnector1">
                  <a:avLst/>
                </a:prstGeom>
                <a:noFill/>
                <a:ln cap="flat" cmpd="sng" w="19050">
                  <a:solidFill>
                    <a:schemeClr val="dk1"/>
                  </a:solidFill>
                  <a:prstDash val="solid"/>
                  <a:round/>
                  <a:headEnd len="med" w="med" type="none"/>
                  <a:tailEnd len="med" w="med" type="none"/>
                </a:ln>
              </p:spPr>
            </p:cxnSp>
            <p:sp>
              <p:nvSpPr>
                <p:cNvPr id="420" name="Google Shape;420;p47"/>
                <p:cNvSpPr/>
                <p:nvPr/>
              </p:nvSpPr>
              <p:spPr>
                <a:xfrm rot="-5400000">
                  <a:off x="954175" y="2619638"/>
                  <a:ext cx="154200" cy="133500"/>
                </a:xfrm>
                <a:prstGeom prst="triangle">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grpSp>
          <p:nvGrpSpPr>
            <p:cNvPr id="421" name="Google Shape;421;p47"/>
            <p:cNvGrpSpPr/>
            <p:nvPr/>
          </p:nvGrpSpPr>
          <p:grpSpPr>
            <a:xfrm>
              <a:off x="405875" y="2363109"/>
              <a:ext cx="622200" cy="928129"/>
              <a:chOff x="7350525" y="918771"/>
              <a:chExt cx="622200" cy="928129"/>
            </a:xfrm>
          </p:grpSpPr>
          <p:sp>
            <p:nvSpPr>
              <p:cNvPr id="422" name="Google Shape;422;p47"/>
              <p:cNvSpPr/>
              <p:nvPr/>
            </p:nvSpPr>
            <p:spPr>
              <a:xfrm rot="5400000">
                <a:off x="7350525" y="1224700"/>
                <a:ext cx="622200" cy="622200"/>
              </a:xfrm>
              <a:prstGeom prst="pie">
                <a:avLst>
                  <a:gd fmla="val 5399541"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23" name="Google Shape;423;p47"/>
              <p:cNvSpPr/>
              <p:nvPr/>
            </p:nvSpPr>
            <p:spPr>
              <a:xfrm>
                <a:off x="7527375" y="918771"/>
                <a:ext cx="268500" cy="2685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424" name="Google Shape;424;p47"/>
            <p:cNvGrpSpPr/>
            <p:nvPr/>
          </p:nvGrpSpPr>
          <p:grpSpPr>
            <a:xfrm>
              <a:off x="1321525" y="2363109"/>
              <a:ext cx="622200" cy="928129"/>
              <a:chOff x="7350525" y="918771"/>
              <a:chExt cx="622200" cy="928129"/>
            </a:xfrm>
          </p:grpSpPr>
          <p:sp>
            <p:nvSpPr>
              <p:cNvPr id="425" name="Google Shape;425;p47"/>
              <p:cNvSpPr/>
              <p:nvPr/>
            </p:nvSpPr>
            <p:spPr>
              <a:xfrm rot="5400000">
                <a:off x="7350525" y="1224700"/>
                <a:ext cx="622200" cy="622200"/>
              </a:xfrm>
              <a:prstGeom prst="pie">
                <a:avLst>
                  <a:gd fmla="val 5399541" name="adj1"/>
                  <a:gd fmla="val 162000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26" name="Google Shape;426;p47"/>
              <p:cNvSpPr/>
              <p:nvPr/>
            </p:nvSpPr>
            <p:spPr>
              <a:xfrm>
                <a:off x="7527375" y="918771"/>
                <a:ext cx="268500" cy="2685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grpSp>
        <p:nvGrpSpPr>
          <p:cNvPr id="427" name="Google Shape;427;p47"/>
          <p:cNvGrpSpPr/>
          <p:nvPr/>
        </p:nvGrpSpPr>
        <p:grpSpPr>
          <a:xfrm>
            <a:off x="7208705" y="812551"/>
            <a:ext cx="939750" cy="871774"/>
            <a:chOff x="2545513" y="2082614"/>
            <a:chExt cx="939750" cy="871774"/>
          </a:xfrm>
        </p:grpSpPr>
        <p:grpSp>
          <p:nvGrpSpPr>
            <p:cNvPr id="428" name="Google Shape;428;p47"/>
            <p:cNvGrpSpPr/>
            <p:nvPr/>
          </p:nvGrpSpPr>
          <p:grpSpPr>
            <a:xfrm>
              <a:off x="2545513" y="2354613"/>
              <a:ext cx="939750" cy="599775"/>
              <a:chOff x="2545513" y="2354613"/>
              <a:chExt cx="939750" cy="599775"/>
            </a:xfrm>
          </p:grpSpPr>
          <p:sp>
            <p:nvSpPr>
              <p:cNvPr id="429" name="Google Shape;429;p47"/>
              <p:cNvSpPr/>
              <p:nvPr/>
            </p:nvSpPr>
            <p:spPr>
              <a:xfrm>
                <a:off x="2545513" y="2757288"/>
                <a:ext cx="196800" cy="19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30" name="Google Shape;430;p47"/>
              <p:cNvSpPr/>
              <p:nvPr/>
            </p:nvSpPr>
            <p:spPr>
              <a:xfrm>
                <a:off x="2793175" y="2575351"/>
                <a:ext cx="196800" cy="378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31" name="Google Shape;431;p47"/>
              <p:cNvSpPr/>
              <p:nvPr/>
            </p:nvSpPr>
            <p:spPr>
              <a:xfrm>
                <a:off x="3040813" y="2490813"/>
                <a:ext cx="196800" cy="46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32" name="Google Shape;432;p47"/>
              <p:cNvSpPr/>
              <p:nvPr/>
            </p:nvSpPr>
            <p:spPr>
              <a:xfrm>
                <a:off x="3288463" y="2354613"/>
                <a:ext cx="196800" cy="599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433" name="Google Shape;433;p47"/>
            <p:cNvGrpSpPr/>
            <p:nvPr/>
          </p:nvGrpSpPr>
          <p:grpSpPr>
            <a:xfrm>
              <a:off x="2615263" y="2082614"/>
              <a:ext cx="800263" cy="460438"/>
              <a:chOff x="2615263" y="2206150"/>
              <a:chExt cx="800263" cy="460438"/>
            </a:xfrm>
          </p:grpSpPr>
          <p:sp>
            <p:nvSpPr>
              <p:cNvPr id="434" name="Google Shape;434;p47"/>
              <p:cNvSpPr/>
              <p:nvPr/>
            </p:nvSpPr>
            <p:spPr>
              <a:xfrm>
                <a:off x="2615263" y="2609288"/>
                <a:ext cx="57300" cy="57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35" name="Google Shape;435;p47"/>
              <p:cNvSpPr/>
              <p:nvPr/>
            </p:nvSpPr>
            <p:spPr>
              <a:xfrm>
                <a:off x="2862925" y="2386675"/>
                <a:ext cx="57300" cy="57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36" name="Google Shape;436;p47"/>
              <p:cNvSpPr/>
              <p:nvPr/>
            </p:nvSpPr>
            <p:spPr>
              <a:xfrm>
                <a:off x="3110575" y="2386663"/>
                <a:ext cx="57300" cy="57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37" name="Google Shape;437;p47"/>
              <p:cNvSpPr/>
              <p:nvPr/>
            </p:nvSpPr>
            <p:spPr>
              <a:xfrm>
                <a:off x="3358225" y="2206150"/>
                <a:ext cx="57300" cy="57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cxnSp>
            <p:nvCxnSpPr>
              <p:cNvPr id="438" name="Google Shape;438;p47"/>
              <p:cNvCxnSpPr/>
              <p:nvPr/>
            </p:nvCxnSpPr>
            <p:spPr>
              <a:xfrm flipH="1" rot="10800000">
                <a:off x="2642416" y="2414884"/>
                <a:ext cx="250800" cy="222000"/>
              </a:xfrm>
              <a:prstGeom prst="straightConnector1">
                <a:avLst/>
              </a:prstGeom>
              <a:noFill/>
              <a:ln cap="flat" cmpd="sng" w="19050">
                <a:solidFill>
                  <a:schemeClr val="dk1"/>
                </a:solidFill>
                <a:prstDash val="solid"/>
                <a:round/>
                <a:headEnd len="med" w="med" type="none"/>
                <a:tailEnd len="med" w="med" type="none"/>
              </a:ln>
            </p:spPr>
          </p:cxnSp>
          <p:cxnSp>
            <p:nvCxnSpPr>
              <p:cNvPr id="439" name="Google Shape;439;p47"/>
              <p:cNvCxnSpPr/>
              <p:nvPr/>
            </p:nvCxnSpPr>
            <p:spPr>
              <a:xfrm>
                <a:off x="2891275" y="2415613"/>
                <a:ext cx="249000" cy="0"/>
              </a:xfrm>
              <a:prstGeom prst="straightConnector1">
                <a:avLst/>
              </a:prstGeom>
              <a:noFill/>
              <a:ln cap="flat" cmpd="sng" w="19050">
                <a:solidFill>
                  <a:schemeClr val="dk1"/>
                </a:solidFill>
                <a:prstDash val="solid"/>
                <a:round/>
                <a:headEnd len="med" w="med" type="none"/>
                <a:tailEnd len="med" w="med" type="none"/>
              </a:ln>
            </p:spPr>
          </p:cxnSp>
          <p:cxnSp>
            <p:nvCxnSpPr>
              <p:cNvPr id="440" name="Google Shape;440;p47"/>
              <p:cNvCxnSpPr/>
              <p:nvPr/>
            </p:nvCxnSpPr>
            <p:spPr>
              <a:xfrm flipH="1" rot="10800000">
                <a:off x="3140375" y="2233825"/>
                <a:ext cx="255000" cy="184500"/>
              </a:xfrm>
              <a:prstGeom prst="straightConnector1">
                <a:avLst/>
              </a:prstGeom>
              <a:noFill/>
              <a:ln cap="flat" cmpd="sng" w="19050">
                <a:solidFill>
                  <a:schemeClr val="dk1"/>
                </a:solidFill>
                <a:prstDash val="solid"/>
                <a:round/>
                <a:headEnd len="med" w="med" type="none"/>
                <a:tailEnd len="med" w="med" type="none"/>
              </a:ln>
            </p:spPr>
          </p:cxnSp>
        </p:grpSp>
      </p:grpSp>
      <p:grpSp>
        <p:nvGrpSpPr>
          <p:cNvPr id="441" name="Google Shape;441;p47"/>
          <p:cNvGrpSpPr/>
          <p:nvPr/>
        </p:nvGrpSpPr>
        <p:grpSpPr>
          <a:xfrm>
            <a:off x="4991068" y="2737628"/>
            <a:ext cx="939744" cy="1155290"/>
            <a:chOff x="7558725" y="2132899"/>
            <a:chExt cx="681814" cy="838139"/>
          </a:xfrm>
        </p:grpSpPr>
        <p:grpSp>
          <p:nvGrpSpPr>
            <p:cNvPr id="442" name="Google Shape;442;p47"/>
            <p:cNvGrpSpPr/>
            <p:nvPr/>
          </p:nvGrpSpPr>
          <p:grpSpPr>
            <a:xfrm>
              <a:off x="7558725" y="2222838"/>
              <a:ext cx="599700" cy="748200"/>
              <a:chOff x="7558725" y="2222838"/>
              <a:chExt cx="599700" cy="748200"/>
            </a:xfrm>
          </p:grpSpPr>
          <p:sp>
            <p:nvSpPr>
              <p:cNvPr id="443" name="Google Shape;443;p47"/>
              <p:cNvSpPr/>
              <p:nvPr/>
            </p:nvSpPr>
            <p:spPr>
              <a:xfrm>
                <a:off x="7558725" y="2222838"/>
                <a:ext cx="599700" cy="748200"/>
              </a:xfrm>
              <a:prstGeom prst="rect">
                <a:avLst/>
              </a:prstGeom>
              <a:solidFill>
                <a:schemeClr val="lt2"/>
              </a:solidFill>
              <a:ln>
                <a:noFill/>
              </a:ln>
            </p:spPr>
            <p:txBody>
              <a:bodyPr anchorCtr="0" anchor="ctr" bIns="126025" lIns="126025" spcFirstLastPara="1" rIns="126025" wrap="square" tIns="126025">
                <a:noAutofit/>
              </a:bodyPr>
              <a:lstStyle/>
              <a:p>
                <a:pPr indent="0" lvl="0" marL="0" rtl="0" algn="ctr">
                  <a:spcBef>
                    <a:spcPts val="0"/>
                  </a:spcBef>
                  <a:spcAft>
                    <a:spcPts val="0"/>
                  </a:spcAft>
                  <a:buNone/>
                </a:pPr>
                <a:r>
                  <a:t/>
                </a:r>
                <a:endParaRPr sz="1929">
                  <a:solidFill>
                    <a:schemeClr val="dk1"/>
                  </a:solidFill>
                </a:endParaRPr>
              </a:p>
            </p:txBody>
          </p:sp>
          <p:grpSp>
            <p:nvGrpSpPr>
              <p:cNvPr id="444" name="Google Shape;444;p47"/>
              <p:cNvGrpSpPr/>
              <p:nvPr/>
            </p:nvGrpSpPr>
            <p:grpSpPr>
              <a:xfrm>
                <a:off x="7635375" y="2384363"/>
                <a:ext cx="446400" cy="301800"/>
                <a:chOff x="7635375" y="2384363"/>
                <a:chExt cx="446400" cy="301800"/>
              </a:xfrm>
            </p:grpSpPr>
            <p:cxnSp>
              <p:nvCxnSpPr>
                <p:cNvPr id="445" name="Google Shape;445;p47"/>
                <p:cNvCxnSpPr/>
                <p:nvPr/>
              </p:nvCxnSpPr>
              <p:spPr>
                <a:xfrm>
                  <a:off x="7635375" y="2484963"/>
                  <a:ext cx="446400" cy="0"/>
                </a:xfrm>
                <a:prstGeom prst="straightConnector1">
                  <a:avLst/>
                </a:prstGeom>
                <a:noFill/>
                <a:ln cap="flat" cmpd="sng" w="26250">
                  <a:solidFill>
                    <a:schemeClr val="dk1"/>
                  </a:solidFill>
                  <a:prstDash val="solid"/>
                  <a:round/>
                  <a:headEnd len="med" w="med" type="none"/>
                  <a:tailEnd len="med" w="med" type="none"/>
                </a:ln>
              </p:spPr>
            </p:cxnSp>
            <p:cxnSp>
              <p:nvCxnSpPr>
                <p:cNvPr id="446" name="Google Shape;446;p47"/>
                <p:cNvCxnSpPr/>
                <p:nvPr/>
              </p:nvCxnSpPr>
              <p:spPr>
                <a:xfrm>
                  <a:off x="7635375" y="2585563"/>
                  <a:ext cx="446400" cy="0"/>
                </a:xfrm>
                <a:prstGeom prst="straightConnector1">
                  <a:avLst/>
                </a:prstGeom>
                <a:noFill/>
                <a:ln cap="flat" cmpd="sng" w="26250">
                  <a:solidFill>
                    <a:schemeClr val="dk1"/>
                  </a:solidFill>
                  <a:prstDash val="solid"/>
                  <a:round/>
                  <a:headEnd len="med" w="med" type="none"/>
                  <a:tailEnd len="med" w="med" type="none"/>
                </a:ln>
              </p:spPr>
            </p:cxnSp>
            <p:cxnSp>
              <p:nvCxnSpPr>
                <p:cNvPr id="447" name="Google Shape;447;p47"/>
                <p:cNvCxnSpPr/>
                <p:nvPr/>
              </p:nvCxnSpPr>
              <p:spPr>
                <a:xfrm>
                  <a:off x="7635375" y="2686163"/>
                  <a:ext cx="293400" cy="0"/>
                </a:xfrm>
                <a:prstGeom prst="straightConnector1">
                  <a:avLst/>
                </a:prstGeom>
                <a:noFill/>
                <a:ln cap="flat" cmpd="sng" w="26250">
                  <a:solidFill>
                    <a:schemeClr val="dk1"/>
                  </a:solidFill>
                  <a:prstDash val="solid"/>
                  <a:round/>
                  <a:headEnd len="med" w="med" type="none"/>
                  <a:tailEnd len="med" w="med" type="none"/>
                </a:ln>
              </p:spPr>
            </p:cxnSp>
            <p:cxnSp>
              <p:nvCxnSpPr>
                <p:cNvPr id="448" name="Google Shape;448;p47"/>
                <p:cNvCxnSpPr/>
                <p:nvPr/>
              </p:nvCxnSpPr>
              <p:spPr>
                <a:xfrm>
                  <a:off x="7635375" y="2384363"/>
                  <a:ext cx="446400" cy="0"/>
                </a:xfrm>
                <a:prstGeom prst="straightConnector1">
                  <a:avLst/>
                </a:prstGeom>
                <a:noFill/>
                <a:ln cap="flat" cmpd="sng" w="26250">
                  <a:solidFill>
                    <a:schemeClr val="dk1"/>
                  </a:solidFill>
                  <a:prstDash val="solid"/>
                  <a:round/>
                  <a:headEnd len="med" w="med" type="none"/>
                  <a:tailEnd len="med" w="med" type="none"/>
                </a:ln>
              </p:spPr>
            </p:cxnSp>
          </p:grpSp>
        </p:grpSp>
        <p:grpSp>
          <p:nvGrpSpPr>
            <p:cNvPr id="449" name="Google Shape;449;p47"/>
            <p:cNvGrpSpPr/>
            <p:nvPr/>
          </p:nvGrpSpPr>
          <p:grpSpPr>
            <a:xfrm>
              <a:off x="7661833" y="2177767"/>
              <a:ext cx="532200" cy="690000"/>
              <a:chOff x="7635375" y="2204225"/>
              <a:chExt cx="532200" cy="690000"/>
            </a:xfrm>
          </p:grpSpPr>
          <p:cxnSp>
            <p:nvCxnSpPr>
              <p:cNvPr id="450" name="Google Shape;450;p47"/>
              <p:cNvCxnSpPr/>
              <p:nvPr/>
            </p:nvCxnSpPr>
            <p:spPr>
              <a:xfrm>
                <a:off x="7635375" y="2213511"/>
                <a:ext cx="529500" cy="0"/>
              </a:xfrm>
              <a:prstGeom prst="straightConnector1">
                <a:avLst/>
              </a:prstGeom>
              <a:noFill/>
              <a:ln cap="flat" cmpd="sng" w="26250">
                <a:solidFill>
                  <a:schemeClr val="dk1"/>
                </a:solidFill>
                <a:prstDash val="solid"/>
                <a:round/>
                <a:headEnd len="med" w="med" type="none"/>
                <a:tailEnd len="med" w="med" type="none"/>
              </a:ln>
            </p:spPr>
          </p:cxnSp>
          <p:cxnSp>
            <p:nvCxnSpPr>
              <p:cNvPr id="451" name="Google Shape;451;p47"/>
              <p:cNvCxnSpPr/>
              <p:nvPr/>
            </p:nvCxnSpPr>
            <p:spPr>
              <a:xfrm rot="10800000">
                <a:off x="8167575" y="2204225"/>
                <a:ext cx="0" cy="690000"/>
              </a:xfrm>
              <a:prstGeom prst="straightConnector1">
                <a:avLst/>
              </a:prstGeom>
              <a:noFill/>
              <a:ln cap="flat" cmpd="sng" w="26250">
                <a:solidFill>
                  <a:schemeClr val="dk1"/>
                </a:solidFill>
                <a:prstDash val="solid"/>
                <a:round/>
                <a:headEnd len="med" w="med" type="none"/>
                <a:tailEnd len="med" w="med" type="none"/>
              </a:ln>
            </p:spPr>
          </p:cxnSp>
        </p:grpSp>
        <p:grpSp>
          <p:nvGrpSpPr>
            <p:cNvPr id="452" name="Google Shape;452;p47"/>
            <p:cNvGrpSpPr/>
            <p:nvPr/>
          </p:nvGrpSpPr>
          <p:grpSpPr>
            <a:xfrm>
              <a:off x="7687050" y="2132899"/>
              <a:ext cx="553489" cy="690000"/>
              <a:chOff x="7614086" y="2204225"/>
              <a:chExt cx="553489" cy="690000"/>
            </a:xfrm>
          </p:grpSpPr>
          <p:cxnSp>
            <p:nvCxnSpPr>
              <p:cNvPr id="453" name="Google Shape;453;p47"/>
              <p:cNvCxnSpPr/>
              <p:nvPr/>
            </p:nvCxnSpPr>
            <p:spPr>
              <a:xfrm>
                <a:off x="7614086" y="2213501"/>
                <a:ext cx="550800" cy="0"/>
              </a:xfrm>
              <a:prstGeom prst="straightConnector1">
                <a:avLst/>
              </a:prstGeom>
              <a:noFill/>
              <a:ln cap="flat" cmpd="sng" w="26250">
                <a:solidFill>
                  <a:schemeClr val="dk1"/>
                </a:solidFill>
                <a:prstDash val="solid"/>
                <a:round/>
                <a:headEnd len="med" w="med" type="none"/>
                <a:tailEnd len="med" w="med" type="none"/>
              </a:ln>
            </p:spPr>
          </p:cxnSp>
          <p:cxnSp>
            <p:nvCxnSpPr>
              <p:cNvPr id="454" name="Google Shape;454;p47"/>
              <p:cNvCxnSpPr/>
              <p:nvPr/>
            </p:nvCxnSpPr>
            <p:spPr>
              <a:xfrm rot="10800000">
                <a:off x="8167575" y="2204225"/>
                <a:ext cx="0" cy="690000"/>
              </a:xfrm>
              <a:prstGeom prst="straightConnector1">
                <a:avLst/>
              </a:prstGeom>
              <a:noFill/>
              <a:ln cap="flat" cmpd="sng" w="26250">
                <a:solidFill>
                  <a:schemeClr val="dk1"/>
                </a:solidFill>
                <a:prstDash val="solid"/>
                <a:round/>
                <a:headEnd len="med" w="med" type="none"/>
                <a:tailEnd len="med" w="med" type="none"/>
              </a:ln>
            </p:spPr>
          </p:cxnSp>
        </p:grpSp>
      </p:grpSp>
      <p:grpSp>
        <p:nvGrpSpPr>
          <p:cNvPr id="455" name="Google Shape;455;p47"/>
          <p:cNvGrpSpPr/>
          <p:nvPr/>
        </p:nvGrpSpPr>
        <p:grpSpPr>
          <a:xfrm>
            <a:off x="6964360" y="2484301"/>
            <a:ext cx="1428438" cy="1362605"/>
            <a:chOff x="639966" y="634086"/>
            <a:chExt cx="1086513" cy="1036438"/>
          </a:xfrm>
        </p:grpSpPr>
        <p:grpSp>
          <p:nvGrpSpPr>
            <p:cNvPr id="456" name="Google Shape;456;p47"/>
            <p:cNvGrpSpPr/>
            <p:nvPr/>
          </p:nvGrpSpPr>
          <p:grpSpPr>
            <a:xfrm>
              <a:off x="1041875" y="745249"/>
              <a:ext cx="196857" cy="197018"/>
              <a:chOff x="1297200" y="1758650"/>
              <a:chExt cx="366450" cy="366750"/>
            </a:xfrm>
          </p:grpSpPr>
          <p:cxnSp>
            <p:nvCxnSpPr>
              <p:cNvPr id="457" name="Google Shape;457;p47"/>
              <p:cNvCxnSpPr/>
              <p:nvPr/>
            </p:nvCxnSpPr>
            <p:spPr>
              <a:xfrm>
                <a:off x="1476250" y="1758650"/>
                <a:ext cx="0" cy="145500"/>
              </a:xfrm>
              <a:prstGeom prst="straightConnector1">
                <a:avLst/>
              </a:prstGeom>
              <a:noFill/>
              <a:ln cap="flat" cmpd="sng" w="25050">
                <a:solidFill>
                  <a:schemeClr val="dk1"/>
                </a:solidFill>
                <a:prstDash val="solid"/>
                <a:round/>
                <a:headEnd len="med" w="med" type="none"/>
                <a:tailEnd len="med" w="med" type="none"/>
              </a:ln>
            </p:spPr>
          </p:cxnSp>
          <p:cxnSp>
            <p:nvCxnSpPr>
              <p:cNvPr id="458" name="Google Shape;458;p47"/>
              <p:cNvCxnSpPr/>
              <p:nvPr/>
            </p:nvCxnSpPr>
            <p:spPr>
              <a:xfrm>
                <a:off x="1476250" y="1979900"/>
                <a:ext cx="0" cy="145500"/>
              </a:xfrm>
              <a:prstGeom prst="straightConnector1">
                <a:avLst/>
              </a:prstGeom>
              <a:noFill/>
              <a:ln cap="flat" cmpd="sng" w="25050">
                <a:solidFill>
                  <a:schemeClr val="dk1"/>
                </a:solidFill>
                <a:prstDash val="solid"/>
                <a:round/>
                <a:headEnd len="med" w="med" type="none"/>
                <a:tailEnd len="med" w="med" type="none"/>
              </a:ln>
            </p:spPr>
          </p:cxnSp>
          <p:cxnSp>
            <p:nvCxnSpPr>
              <p:cNvPr id="459" name="Google Shape;459;p47"/>
              <p:cNvCxnSpPr/>
              <p:nvPr/>
            </p:nvCxnSpPr>
            <p:spPr>
              <a:xfrm>
                <a:off x="1591050" y="1869428"/>
                <a:ext cx="0" cy="145200"/>
              </a:xfrm>
              <a:prstGeom prst="straightConnector1">
                <a:avLst/>
              </a:prstGeom>
              <a:noFill/>
              <a:ln cap="flat" cmpd="sng" w="25050">
                <a:solidFill>
                  <a:schemeClr val="dk1"/>
                </a:solidFill>
                <a:prstDash val="solid"/>
                <a:round/>
                <a:headEnd len="med" w="med" type="none"/>
                <a:tailEnd len="med" w="med" type="none"/>
              </a:ln>
            </p:spPr>
          </p:cxnSp>
          <p:cxnSp>
            <p:nvCxnSpPr>
              <p:cNvPr id="460" name="Google Shape;460;p47"/>
              <p:cNvCxnSpPr/>
              <p:nvPr/>
            </p:nvCxnSpPr>
            <p:spPr>
              <a:xfrm>
                <a:off x="1369800" y="1869428"/>
                <a:ext cx="0" cy="145200"/>
              </a:xfrm>
              <a:prstGeom prst="straightConnector1">
                <a:avLst/>
              </a:prstGeom>
              <a:noFill/>
              <a:ln cap="flat" cmpd="sng" w="25050">
                <a:solidFill>
                  <a:schemeClr val="dk1"/>
                </a:solidFill>
                <a:prstDash val="solid"/>
                <a:round/>
                <a:headEnd len="med" w="med" type="none"/>
                <a:tailEnd len="med" w="med" type="none"/>
              </a:ln>
            </p:spPr>
          </p:cxnSp>
        </p:grpSp>
        <p:grpSp>
          <p:nvGrpSpPr>
            <p:cNvPr id="461" name="Google Shape;461;p47"/>
            <p:cNvGrpSpPr/>
            <p:nvPr/>
          </p:nvGrpSpPr>
          <p:grpSpPr>
            <a:xfrm>
              <a:off x="1238713" y="634086"/>
              <a:ext cx="159223" cy="159353"/>
              <a:chOff x="1297200" y="1758650"/>
              <a:chExt cx="366450" cy="366750"/>
            </a:xfrm>
          </p:grpSpPr>
          <p:cxnSp>
            <p:nvCxnSpPr>
              <p:cNvPr id="462" name="Google Shape;462;p47"/>
              <p:cNvCxnSpPr/>
              <p:nvPr/>
            </p:nvCxnSpPr>
            <p:spPr>
              <a:xfrm>
                <a:off x="1476250" y="1758650"/>
                <a:ext cx="0" cy="145500"/>
              </a:xfrm>
              <a:prstGeom prst="straightConnector1">
                <a:avLst/>
              </a:prstGeom>
              <a:noFill/>
              <a:ln cap="flat" cmpd="sng" w="25050">
                <a:solidFill>
                  <a:schemeClr val="dk1"/>
                </a:solidFill>
                <a:prstDash val="solid"/>
                <a:round/>
                <a:headEnd len="med" w="med" type="none"/>
                <a:tailEnd len="med" w="med" type="none"/>
              </a:ln>
            </p:spPr>
          </p:cxnSp>
          <p:cxnSp>
            <p:nvCxnSpPr>
              <p:cNvPr id="463" name="Google Shape;463;p47"/>
              <p:cNvCxnSpPr/>
              <p:nvPr/>
            </p:nvCxnSpPr>
            <p:spPr>
              <a:xfrm>
                <a:off x="1476250" y="1979900"/>
                <a:ext cx="0" cy="145500"/>
              </a:xfrm>
              <a:prstGeom prst="straightConnector1">
                <a:avLst/>
              </a:prstGeom>
              <a:noFill/>
              <a:ln cap="flat" cmpd="sng" w="25050">
                <a:solidFill>
                  <a:schemeClr val="dk1"/>
                </a:solidFill>
                <a:prstDash val="solid"/>
                <a:round/>
                <a:headEnd len="med" w="med" type="none"/>
                <a:tailEnd len="med" w="med" type="none"/>
              </a:ln>
            </p:spPr>
          </p:cxnSp>
          <p:cxnSp>
            <p:nvCxnSpPr>
              <p:cNvPr id="464" name="Google Shape;464;p47"/>
              <p:cNvCxnSpPr/>
              <p:nvPr/>
            </p:nvCxnSpPr>
            <p:spPr>
              <a:xfrm>
                <a:off x="1591050" y="1869428"/>
                <a:ext cx="0" cy="145200"/>
              </a:xfrm>
              <a:prstGeom prst="straightConnector1">
                <a:avLst/>
              </a:prstGeom>
              <a:noFill/>
              <a:ln cap="flat" cmpd="sng" w="25050">
                <a:solidFill>
                  <a:schemeClr val="dk1"/>
                </a:solidFill>
                <a:prstDash val="solid"/>
                <a:round/>
                <a:headEnd len="med" w="med" type="none"/>
                <a:tailEnd len="med" w="med" type="none"/>
              </a:ln>
            </p:spPr>
          </p:cxnSp>
          <p:cxnSp>
            <p:nvCxnSpPr>
              <p:cNvPr id="465" name="Google Shape;465;p47"/>
              <p:cNvCxnSpPr/>
              <p:nvPr/>
            </p:nvCxnSpPr>
            <p:spPr>
              <a:xfrm>
                <a:off x="1369800" y="1869428"/>
                <a:ext cx="0" cy="145200"/>
              </a:xfrm>
              <a:prstGeom prst="straightConnector1">
                <a:avLst/>
              </a:prstGeom>
              <a:noFill/>
              <a:ln cap="flat" cmpd="sng" w="25050">
                <a:solidFill>
                  <a:schemeClr val="dk1"/>
                </a:solidFill>
                <a:prstDash val="solid"/>
                <a:round/>
                <a:headEnd len="med" w="med" type="none"/>
                <a:tailEnd len="med" w="med" type="none"/>
              </a:ln>
            </p:spPr>
          </p:cxnSp>
        </p:grpSp>
        <p:grpSp>
          <p:nvGrpSpPr>
            <p:cNvPr id="466" name="Google Shape;466;p47"/>
            <p:cNvGrpSpPr/>
            <p:nvPr/>
          </p:nvGrpSpPr>
          <p:grpSpPr>
            <a:xfrm>
              <a:off x="639966" y="935823"/>
              <a:ext cx="1086513" cy="734700"/>
              <a:chOff x="639966" y="935823"/>
              <a:chExt cx="1086513" cy="734700"/>
            </a:xfrm>
          </p:grpSpPr>
          <p:sp>
            <p:nvSpPr>
              <p:cNvPr id="467" name="Google Shape;467;p47"/>
              <p:cNvSpPr/>
              <p:nvPr/>
            </p:nvSpPr>
            <p:spPr>
              <a:xfrm rot="-901661">
                <a:off x="1257191" y="975339"/>
                <a:ext cx="391074" cy="655668"/>
              </a:xfrm>
              <a:prstGeom prst="roundRect">
                <a:avLst>
                  <a:gd fmla="val 8047" name="adj"/>
                </a:avLst>
              </a:prstGeom>
              <a:noFill/>
              <a:ln cap="flat" cmpd="sng" w="25050">
                <a:solidFill>
                  <a:schemeClr val="dk1"/>
                </a:solidFill>
                <a:prstDash val="solid"/>
                <a:round/>
                <a:headEnd len="sm" w="sm" type="none"/>
                <a:tailEnd len="sm" w="sm" type="none"/>
              </a:ln>
            </p:spPr>
            <p:txBody>
              <a:bodyPr anchorCtr="0" anchor="ctr" bIns="120175" lIns="120175" spcFirstLastPara="1" rIns="120175" wrap="square" tIns="120175">
                <a:noAutofit/>
              </a:bodyPr>
              <a:lstStyle/>
              <a:p>
                <a:pPr indent="0" lvl="0" marL="0" rtl="0" algn="ctr">
                  <a:spcBef>
                    <a:spcPts val="0"/>
                  </a:spcBef>
                  <a:spcAft>
                    <a:spcPts val="0"/>
                  </a:spcAft>
                  <a:buNone/>
                </a:pPr>
                <a:r>
                  <a:t/>
                </a:r>
                <a:endParaRPr sz="1840">
                  <a:solidFill>
                    <a:schemeClr val="dk1"/>
                  </a:solidFill>
                </a:endParaRPr>
              </a:p>
            </p:txBody>
          </p:sp>
          <p:sp>
            <p:nvSpPr>
              <p:cNvPr id="468" name="Google Shape;468;p47"/>
              <p:cNvSpPr/>
              <p:nvPr/>
            </p:nvSpPr>
            <p:spPr>
              <a:xfrm flipH="1" rot="901661">
                <a:off x="718178" y="975339"/>
                <a:ext cx="391074" cy="655668"/>
              </a:xfrm>
              <a:prstGeom prst="roundRect">
                <a:avLst>
                  <a:gd fmla="val 8047" name="adj"/>
                </a:avLst>
              </a:prstGeom>
              <a:solidFill>
                <a:schemeClr val="dk2"/>
              </a:solidFill>
              <a:ln>
                <a:noFill/>
              </a:ln>
            </p:spPr>
            <p:txBody>
              <a:bodyPr anchorCtr="0" anchor="ctr" bIns="120175" lIns="120175" spcFirstLastPara="1" rIns="120175" wrap="square" tIns="120175">
                <a:noAutofit/>
              </a:bodyPr>
              <a:lstStyle/>
              <a:p>
                <a:pPr indent="0" lvl="0" marL="0" rtl="0" algn="ctr">
                  <a:spcBef>
                    <a:spcPts val="0"/>
                  </a:spcBef>
                  <a:spcAft>
                    <a:spcPts val="0"/>
                  </a:spcAft>
                  <a:buNone/>
                </a:pPr>
                <a:r>
                  <a:t/>
                </a:r>
                <a:endParaRPr sz="1840">
                  <a:solidFill>
                    <a:schemeClr val="dk1"/>
                  </a:solidFill>
                </a:endParaRPr>
              </a:p>
            </p:txBody>
          </p:sp>
        </p:grpSp>
      </p:grpSp>
      <p:sp>
        <p:nvSpPr>
          <p:cNvPr id="469" name="Google Shape;469;p47"/>
          <p:cNvSpPr txBox="1"/>
          <p:nvPr>
            <p:ph idx="4294967295" type="subTitle"/>
          </p:nvPr>
        </p:nvSpPr>
        <p:spPr>
          <a:xfrm>
            <a:off x="146450" y="1691675"/>
            <a:ext cx="3962100" cy="2587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Breadth across research, analysis, design, and storytelling</a:t>
            </a:r>
            <a:endParaRPr sz="1400"/>
          </a:p>
          <a:p>
            <a:pPr indent="-317500" lvl="0" marL="457200" rtl="0" algn="l">
              <a:spcBef>
                <a:spcPts val="0"/>
              </a:spcBef>
              <a:spcAft>
                <a:spcPts val="0"/>
              </a:spcAft>
              <a:buSzPts val="1400"/>
              <a:buChar char="●"/>
            </a:pPr>
            <a:r>
              <a:rPr lang="en" sz="1400"/>
              <a:t>Depth in systems thinking, policy translation, and multi-team alignment</a:t>
            </a:r>
            <a:endParaRPr sz="1400"/>
          </a:p>
          <a:p>
            <a:pPr indent="-317500" lvl="0" marL="457200" rtl="0" algn="l">
              <a:spcBef>
                <a:spcPts val="0"/>
              </a:spcBef>
              <a:spcAft>
                <a:spcPts val="0"/>
              </a:spcAft>
              <a:buSzPts val="1400"/>
              <a:buChar char="●"/>
            </a:pPr>
            <a:r>
              <a:rPr lang="en" sz="1400"/>
              <a:t>Strong communication with senior leadership</a:t>
            </a:r>
            <a:endParaRPr sz="1400"/>
          </a:p>
          <a:p>
            <a:pPr indent="-317500" lvl="0" marL="457200" rtl="0" algn="l">
              <a:spcBef>
                <a:spcPts val="0"/>
              </a:spcBef>
              <a:spcAft>
                <a:spcPts val="0"/>
              </a:spcAft>
              <a:buSzPts val="1400"/>
              <a:buChar char="●"/>
            </a:pPr>
            <a:r>
              <a:rPr lang="en" sz="1400"/>
              <a:t>Ability to turn messy complexity into clear, confident decision-making</a:t>
            </a:r>
            <a:endParaRPr sz="1400"/>
          </a:p>
          <a:p>
            <a:pPr indent="-317500" lvl="0" marL="457200" rtl="0" algn="l">
              <a:spcBef>
                <a:spcPts val="0"/>
              </a:spcBef>
              <a:spcAft>
                <a:spcPts val="0"/>
              </a:spcAft>
              <a:buSzPts val="1400"/>
              <a:buChar char="●"/>
            </a:pPr>
            <a:r>
              <a:rPr lang="en" sz="1400"/>
              <a:t>Love of mission-driven, public-serving work</a:t>
            </a:r>
            <a:endParaRPr sz="1400"/>
          </a:p>
          <a:p>
            <a:pPr indent="0" lvl="0" marL="0" rtl="0" algn="l">
              <a:spcBef>
                <a:spcPts val="1200"/>
              </a:spcBef>
              <a:spcAft>
                <a:spcPts val="1200"/>
              </a:spcAft>
              <a:buNone/>
            </a:pPr>
            <a:r>
              <a:t/>
            </a:r>
            <a:endParaRPr sz="1400"/>
          </a:p>
        </p:txBody>
      </p:sp>
      <p:grpSp>
        <p:nvGrpSpPr>
          <p:cNvPr id="470" name="Google Shape;470;p47"/>
          <p:cNvGrpSpPr/>
          <p:nvPr/>
        </p:nvGrpSpPr>
        <p:grpSpPr>
          <a:xfrm rot="1800211">
            <a:off x="6952079" y="1371362"/>
            <a:ext cx="532029" cy="914404"/>
            <a:chOff x="4255371" y="3397062"/>
            <a:chExt cx="508200" cy="883625"/>
          </a:xfrm>
        </p:grpSpPr>
        <p:sp>
          <p:nvSpPr>
            <p:cNvPr id="471" name="Google Shape;471;p47"/>
            <p:cNvSpPr/>
            <p:nvPr/>
          </p:nvSpPr>
          <p:spPr>
            <a:xfrm rot="-7589">
              <a:off x="4441513" y="3966137"/>
              <a:ext cx="135900" cy="314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72" name="Google Shape;472;p47"/>
            <p:cNvSpPr/>
            <p:nvPr/>
          </p:nvSpPr>
          <p:spPr>
            <a:xfrm>
              <a:off x="4255371" y="3397062"/>
              <a:ext cx="508200" cy="5082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73" name="Google Shape;473;p47"/>
            <p:cNvSpPr/>
            <p:nvPr/>
          </p:nvSpPr>
          <p:spPr>
            <a:xfrm>
              <a:off x="4306062" y="3447763"/>
              <a:ext cx="406800" cy="4068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cxnSp>
          <p:nvCxnSpPr>
            <p:cNvPr id="474" name="Google Shape;474;p47"/>
            <p:cNvCxnSpPr/>
            <p:nvPr/>
          </p:nvCxnSpPr>
          <p:spPr>
            <a:xfrm flipH="1" rot="9760697">
              <a:off x="4557984" y="3547114"/>
              <a:ext cx="63479" cy="178106"/>
            </a:xfrm>
            <a:prstGeom prst="straightConnector1">
              <a:avLst/>
            </a:prstGeom>
            <a:noFill/>
            <a:ln cap="flat" cmpd="sng" w="19050">
              <a:solidFill>
                <a:schemeClr val="dk1"/>
              </a:solidFill>
              <a:prstDash val="solid"/>
              <a:round/>
              <a:headEnd len="med" w="med" type="none"/>
              <a:tailEnd len="med" w="med" type="none"/>
            </a:ln>
          </p:spPr>
        </p:cxnSp>
        <p:cxnSp>
          <p:nvCxnSpPr>
            <p:cNvPr id="475" name="Google Shape;475;p47"/>
            <p:cNvCxnSpPr/>
            <p:nvPr/>
          </p:nvCxnSpPr>
          <p:spPr>
            <a:xfrm flipH="1" rot="10685451">
              <a:off x="4540829" y="3619938"/>
              <a:ext cx="9005" cy="112290"/>
            </a:xfrm>
            <a:prstGeom prst="straightConnector1">
              <a:avLst/>
            </a:prstGeom>
            <a:noFill/>
            <a:ln cap="flat" cmpd="sng" w="19050">
              <a:solidFill>
                <a:schemeClr val="dk1"/>
              </a:solidFill>
              <a:prstDash val="solid"/>
              <a:round/>
              <a:headEnd len="med" w="med" type="none"/>
              <a:tailEnd len="med" w="med" type="none"/>
            </a:ln>
          </p:spPr>
        </p:cxnSp>
      </p:grpSp>
    </p:spTree>
  </p:cSld>
  <p:clrMapOvr>
    <a:masterClrMapping/>
  </p:clrMapOvr>
</p:sld>
</file>

<file path=ppt/theme/theme1.xml><?xml version="1.0" encoding="utf-8"?>
<a:theme xmlns:a="http://schemas.openxmlformats.org/drawingml/2006/main" xmlns:r="http://schemas.openxmlformats.org/officeDocument/2006/relationships" name="Professional Development #2">
  <a:themeElements>
    <a:clrScheme name="Simple Light">
      <a:dk1>
        <a:srgbClr val="000000"/>
      </a:dk1>
      <a:lt1>
        <a:srgbClr val="FCEFE5"/>
      </a:lt1>
      <a:dk2>
        <a:srgbClr val="A47FA7"/>
      </a:dk2>
      <a:lt2>
        <a:srgbClr val="2170F2"/>
      </a:lt2>
      <a:accent1>
        <a:srgbClr val="FFD966"/>
      </a:accent1>
      <a:accent2>
        <a:srgbClr val="CC0000"/>
      </a:accent2>
      <a:accent3>
        <a:srgbClr val="646464"/>
      </a:accent3>
      <a:accent4>
        <a:srgbClr val="FFFFFF"/>
      </a:accent4>
      <a:accent5>
        <a:srgbClr val="3D0B37"/>
      </a:accent5>
      <a:accent6>
        <a:srgbClr val="63264A"/>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